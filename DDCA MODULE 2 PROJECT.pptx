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D93B0-1657-45FB-8743-2896C912AF7C}" v="25" dt="2026-10-14T05:59:16.2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Srivatsa" userId="89549c07dece3dc4" providerId="LiveId" clId="{45C24044-30C3-4DD7-98F8-992C1266A2B9}"/>
    <pc:docChg chg="custSel addSld delSld modSld sldOrd">
      <pc:chgData name="Nikhil Srivatsa" userId="89549c07dece3dc4" providerId="LiveId" clId="{45C24044-30C3-4DD7-98F8-992C1266A2B9}" dt="2026-10-14T06:08:14.131" v="1274"/>
      <pc:docMkLst>
        <pc:docMk/>
      </pc:docMkLst>
      <pc:sldChg chg="ord modTransition">
        <pc:chgData name="Nikhil Srivatsa" userId="89549c07dece3dc4" providerId="LiveId" clId="{45C24044-30C3-4DD7-98F8-992C1266A2B9}" dt="2026-10-14T06:00:52.997" v="923"/>
        <pc:sldMkLst>
          <pc:docMk/>
          <pc:sldMk cId="2617342189" sldId="256"/>
        </pc:sldMkLst>
      </pc:sldChg>
      <pc:sldChg chg="modTransition">
        <pc:chgData name="Nikhil Srivatsa" userId="89549c07dece3dc4" providerId="LiveId" clId="{45C24044-30C3-4DD7-98F8-992C1266A2B9}" dt="2026-10-14T05:56:31.825" v="26"/>
        <pc:sldMkLst>
          <pc:docMk/>
          <pc:sldMk cId="3913887179" sldId="257"/>
        </pc:sldMkLst>
      </pc:sldChg>
      <pc:sldChg chg="ord modTransition">
        <pc:chgData name="Nikhil Srivatsa" userId="89549c07dece3dc4" providerId="LiveId" clId="{45C24044-30C3-4DD7-98F8-992C1266A2B9}" dt="2026-10-14T05:56:35.318" v="27"/>
        <pc:sldMkLst>
          <pc:docMk/>
          <pc:sldMk cId="3498836850" sldId="258"/>
        </pc:sldMkLst>
      </pc:sldChg>
      <pc:sldChg chg="modTransition">
        <pc:chgData name="Nikhil Srivatsa" userId="89549c07dece3dc4" providerId="LiveId" clId="{45C24044-30C3-4DD7-98F8-992C1266A2B9}" dt="2026-10-14T05:56:38.029" v="28"/>
        <pc:sldMkLst>
          <pc:docMk/>
          <pc:sldMk cId="3629910427" sldId="259"/>
        </pc:sldMkLst>
      </pc:sldChg>
      <pc:sldChg chg="addSp delSp modSp mod modTransition">
        <pc:chgData name="Nikhil Srivatsa" userId="89549c07dece3dc4" providerId="LiveId" clId="{45C24044-30C3-4DD7-98F8-992C1266A2B9}" dt="2026-10-14T06:08:14.131" v="1274"/>
        <pc:sldMkLst>
          <pc:docMk/>
          <pc:sldMk cId="977813349" sldId="260"/>
        </pc:sldMkLst>
        <pc:spChg chg="mod">
          <ac:chgData name="Nikhil Srivatsa" userId="89549c07dece3dc4" providerId="LiveId" clId="{45C24044-30C3-4DD7-98F8-992C1266A2B9}" dt="2026-10-13T05:05:26.552" v="10" actId="1076"/>
          <ac:spMkLst>
            <pc:docMk/>
            <pc:sldMk cId="977813349" sldId="260"/>
            <ac:spMk id="2" creationId="{41539961-264D-1468-6813-2DDC0A947725}"/>
          </ac:spMkLst>
        </pc:spChg>
        <pc:spChg chg="add del mod">
          <ac:chgData name="Nikhil Srivatsa" userId="89549c07dece3dc4" providerId="LiveId" clId="{45C24044-30C3-4DD7-98F8-992C1266A2B9}" dt="2026-10-14T06:08:14.131" v="1274"/>
          <ac:spMkLst>
            <pc:docMk/>
            <pc:sldMk cId="977813349" sldId="260"/>
            <ac:spMk id="4" creationId="{903BB935-FD82-99DA-B6A3-EC07F4B18D7D}"/>
          </ac:spMkLst>
        </pc:spChg>
        <pc:spChg chg="add del mod">
          <ac:chgData name="Nikhil Srivatsa" userId="89549c07dece3dc4" providerId="LiveId" clId="{45C24044-30C3-4DD7-98F8-992C1266A2B9}" dt="2026-10-13T05:05:20.123" v="9" actId="931"/>
          <ac:spMkLst>
            <pc:docMk/>
            <pc:sldMk cId="977813349" sldId="260"/>
            <ac:spMk id="5" creationId="{6E26A5D7-0D3F-F2D2-30BD-D85DFA852BC6}"/>
          </ac:spMkLst>
        </pc:spChg>
        <pc:picChg chg="del mod">
          <ac:chgData name="Nikhil Srivatsa" userId="89549c07dece3dc4" providerId="LiveId" clId="{45C24044-30C3-4DD7-98F8-992C1266A2B9}" dt="2026-10-13T05:04:38.036" v="8" actId="21"/>
          <ac:picMkLst>
            <pc:docMk/>
            <pc:sldMk cId="977813349" sldId="260"/>
            <ac:picMk id="4" creationId="{6D7DE2A8-090D-C94E-260B-5A9B3E79AD2D}"/>
          </ac:picMkLst>
        </pc:picChg>
        <pc:picChg chg="add mod ord">
          <ac:chgData name="Nikhil Srivatsa" userId="89549c07dece3dc4" providerId="LiveId" clId="{45C24044-30C3-4DD7-98F8-992C1266A2B9}" dt="2026-10-14T06:08:14.131" v="1274"/>
          <ac:picMkLst>
            <pc:docMk/>
            <pc:sldMk cId="977813349" sldId="260"/>
            <ac:picMk id="6" creationId="{7621FC1D-41F6-BD60-BE23-EC5C571B3955}"/>
          </ac:picMkLst>
        </pc:picChg>
        <pc:picChg chg="add del mod ord">
          <ac:chgData name="Nikhil Srivatsa" userId="89549c07dece3dc4" providerId="LiveId" clId="{45C24044-30C3-4DD7-98F8-992C1266A2B9}" dt="2026-10-14T06:06:23.225" v="1272" actId="21"/>
          <ac:picMkLst>
            <pc:docMk/>
            <pc:sldMk cId="977813349" sldId="260"/>
            <ac:picMk id="7" creationId="{A19E3A63-1B64-3394-BC5B-E2702BE46913}"/>
          </ac:picMkLst>
        </pc:picChg>
      </pc:sldChg>
      <pc:sldChg chg="modTransition">
        <pc:chgData name="Nikhil Srivatsa" userId="89549c07dece3dc4" providerId="LiveId" clId="{45C24044-30C3-4DD7-98F8-992C1266A2B9}" dt="2026-10-14T05:56:42.992" v="30"/>
        <pc:sldMkLst>
          <pc:docMk/>
          <pc:sldMk cId="2906413006" sldId="261"/>
        </pc:sldMkLst>
      </pc:sldChg>
      <pc:sldChg chg="modTransition">
        <pc:chgData name="Nikhil Srivatsa" userId="89549c07dece3dc4" providerId="LiveId" clId="{45C24044-30C3-4DD7-98F8-992C1266A2B9}" dt="2026-10-14T05:56:46.122" v="31"/>
        <pc:sldMkLst>
          <pc:docMk/>
          <pc:sldMk cId="1602849835" sldId="262"/>
        </pc:sldMkLst>
      </pc:sldChg>
      <pc:sldChg chg="addSp delSp modSp del mod modTransition">
        <pc:chgData name="Nikhil Srivatsa" userId="89549c07dece3dc4" providerId="LiveId" clId="{45C24044-30C3-4DD7-98F8-992C1266A2B9}" dt="2026-10-14T06:00:38.785" v="919" actId="2696"/>
        <pc:sldMkLst>
          <pc:docMk/>
          <pc:sldMk cId="787311954" sldId="263"/>
        </pc:sldMkLst>
        <pc:spChg chg="add del mod">
          <ac:chgData name="Nikhil Srivatsa" userId="89549c07dece3dc4" providerId="LiveId" clId="{45C24044-30C3-4DD7-98F8-992C1266A2B9}" dt="2026-10-14T06:00:36.839" v="918"/>
          <ac:spMkLst>
            <pc:docMk/>
            <pc:sldMk cId="787311954" sldId="263"/>
            <ac:spMk id="2" creationId="{AC505732-446F-AEFC-7458-BF4C29C9C351}"/>
          </ac:spMkLst>
        </pc:spChg>
        <pc:spChg chg="mod">
          <ac:chgData name="Nikhil Srivatsa" userId="89549c07dece3dc4" providerId="LiveId" clId="{45C24044-30C3-4DD7-98F8-992C1266A2B9}" dt="2026-10-14T06:00:32.859" v="913" actId="20577"/>
          <ac:spMkLst>
            <pc:docMk/>
            <pc:sldMk cId="787311954" sldId="263"/>
            <ac:spMk id="4" creationId="{47115918-D87C-2565-EF44-92502F8B0DF1}"/>
          </ac:spMkLst>
        </pc:spChg>
        <pc:spChg chg="mod">
          <ac:chgData name="Nikhil Srivatsa" userId="89549c07dece3dc4" providerId="LiveId" clId="{45C24044-30C3-4DD7-98F8-992C1266A2B9}" dt="2026-10-14T06:00:35.355" v="916" actId="20577"/>
          <ac:spMkLst>
            <pc:docMk/>
            <pc:sldMk cId="787311954" sldId="263"/>
            <ac:spMk id="5" creationId="{2BF737F5-5566-F5CB-A503-1F47BE918111}"/>
          </ac:spMkLst>
        </pc:spChg>
      </pc:sldChg>
      <pc:sldChg chg="addSp delSp modSp new mod ord modClrScheme chgLayout">
        <pc:chgData name="Nikhil Srivatsa" userId="89549c07dece3dc4" providerId="LiveId" clId="{45C24044-30C3-4DD7-98F8-992C1266A2B9}" dt="2026-10-14T06:05:32.099" v="1271" actId="113"/>
        <pc:sldMkLst>
          <pc:docMk/>
          <pc:sldMk cId="1520200095" sldId="263"/>
        </pc:sldMkLst>
        <pc:spChg chg="del mod ord">
          <ac:chgData name="Nikhil Srivatsa" userId="89549c07dece3dc4" providerId="LiveId" clId="{45C24044-30C3-4DD7-98F8-992C1266A2B9}" dt="2026-10-14T06:01:21.499" v="926" actId="700"/>
          <ac:spMkLst>
            <pc:docMk/>
            <pc:sldMk cId="1520200095" sldId="263"/>
            <ac:spMk id="2" creationId="{7A4D489D-D98C-2CAE-2375-A40C53725C3D}"/>
          </ac:spMkLst>
        </pc:spChg>
        <pc:spChg chg="del mod ord">
          <ac:chgData name="Nikhil Srivatsa" userId="89549c07dece3dc4" providerId="LiveId" clId="{45C24044-30C3-4DD7-98F8-992C1266A2B9}" dt="2026-10-14T06:01:21.499" v="926" actId="700"/>
          <ac:spMkLst>
            <pc:docMk/>
            <pc:sldMk cId="1520200095" sldId="263"/>
            <ac:spMk id="3" creationId="{3FD19DD6-3770-CE06-DC6F-3EAC0E99840A}"/>
          </ac:spMkLst>
        </pc:spChg>
        <pc:spChg chg="add mod ord">
          <ac:chgData name="Nikhil Srivatsa" userId="89549c07dece3dc4" providerId="LiveId" clId="{45C24044-30C3-4DD7-98F8-992C1266A2B9}" dt="2026-10-14T06:01:58.002" v="972" actId="1076"/>
          <ac:spMkLst>
            <pc:docMk/>
            <pc:sldMk cId="1520200095" sldId="263"/>
            <ac:spMk id="4" creationId="{ECA4F770-AF88-3A32-8414-BE3E1B3133AE}"/>
          </ac:spMkLst>
        </pc:spChg>
        <pc:spChg chg="add mod ord">
          <ac:chgData name="Nikhil Srivatsa" userId="89549c07dece3dc4" providerId="LiveId" clId="{45C24044-30C3-4DD7-98F8-992C1266A2B9}" dt="2026-10-14T06:05:32.099" v="1271" actId="113"/>
          <ac:spMkLst>
            <pc:docMk/>
            <pc:sldMk cId="1520200095" sldId="263"/>
            <ac:spMk id="5" creationId="{5015FECD-D610-DF5F-4FF8-1789745197A5}"/>
          </ac:spMkLst>
        </pc:spChg>
      </pc:sldChg>
      <pc:sldChg chg="del modTransition">
        <pc:chgData name="Nikhil Srivatsa" userId="89549c07dece3dc4" providerId="LiveId" clId="{45C24044-30C3-4DD7-98F8-992C1266A2B9}" dt="2026-10-14T06:00:45.342" v="920" actId="2696"/>
        <pc:sldMkLst>
          <pc:docMk/>
          <pc:sldMk cId="1723870673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15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305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21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664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6257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070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265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612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20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81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803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497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788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250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140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244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9933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64651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360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461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566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281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574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5509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724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5152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831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7C83-EB9C-A44E-3619-1F8BC291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94350-1731-0A27-4342-6E218DF8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183CA-9B66-B0B6-9302-57272FDA8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E23C8-B0E5-B336-EE3A-404E93E24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835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E93A079C-112B-4DD4-8298-5A549DA5C294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6061B7BC-E956-47DD-88DA-746D2BDE1A13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628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A4F770-AF88-3A32-8414-BE3E1B31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5" y="2295537"/>
            <a:ext cx="3832910" cy="2266925"/>
          </a:xfrm>
        </p:spPr>
        <p:txBody>
          <a:bodyPr>
            <a:normAutofit/>
          </a:bodyPr>
          <a:lstStyle/>
          <a:p>
            <a:r>
              <a:rPr lang="en-US" sz="3600" dirty="0"/>
              <a:t>DIGITAL DESIGN AND COMPUTER ARCHITECTURE</a:t>
            </a:r>
            <a:endParaRPr lang="en-IN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15FECD-D610-DF5F-4FF8-1789745197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78731" y="1651000"/>
            <a:ext cx="4956175" cy="3556000"/>
          </a:xfrm>
        </p:spPr>
        <p:txBody>
          <a:bodyPr/>
          <a:lstStyle/>
          <a:p>
            <a:r>
              <a:rPr lang="en-US" b="1" dirty="0"/>
              <a:t>DESIGN AND SIMULATION OF A MULTI-BIT BINARY ADDER AND SUBTRACTOR</a:t>
            </a:r>
          </a:p>
          <a:p>
            <a:endParaRPr lang="en-US" dirty="0"/>
          </a:p>
          <a:p>
            <a:r>
              <a:rPr lang="en-US" b="1" dirty="0"/>
              <a:t>PRESENTED BY:</a:t>
            </a:r>
          </a:p>
          <a:p>
            <a:pPr marL="342900" indent="-342900">
              <a:buAutoNum type="arabicPeriod"/>
            </a:pPr>
            <a:r>
              <a:rPr lang="en-US" dirty="0"/>
              <a:t>Nikhil Srivatsa(2620090029)</a:t>
            </a:r>
          </a:p>
          <a:p>
            <a:pPr marL="342900" indent="-342900">
              <a:buAutoNum type="arabicPeriod"/>
            </a:pPr>
            <a:r>
              <a:rPr lang="en-US" dirty="0"/>
              <a:t>Sri Vishwa Chaitanya(2620090032)</a:t>
            </a:r>
          </a:p>
          <a:p>
            <a:pPr marL="342900" indent="-342900">
              <a:buAutoNum type="arabicPeriod"/>
            </a:pPr>
            <a:r>
              <a:rPr lang="en-US" dirty="0"/>
              <a:t>Vinod Kumar(2620090068)</a:t>
            </a:r>
          </a:p>
          <a:p>
            <a:pPr marL="342900" indent="-342900">
              <a:buAutoNum type="arabicPeriod"/>
            </a:pPr>
            <a:r>
              <a:rPr lang="en-US" dirty="0"/>
              <a:t>Jashwanth Poorna Sai(2620090097)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20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26271F-B1C5-4BCA-4027-761B30E20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Arial Rounded MT Bold" panose="020F0704030504030204" pitchFamily="34" charset="0"/>
              </a:rPr>
              <a:t>DESIGN AND SIMULATION OF A MULTI-BIT BINARY ADDER AND SUBTRACTOR</a:t>
            </a:r>
            <a:endParaRPr lang="en-IN" sz="4000" dirty="0">
              <a:latin typeface="Arial Rounded MT Bold" panose="020F070403050403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8F80451-4E41-BA39-F65F-718377A2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sz="3600" dirty="0"/>
              <a:t>A multi-bit binary adder–subtractor is a combinational circuit that can perform both addition and subtraction of binary numbers using the same hardware, controlled by a single input signal. It is widely used in Arithmetic Logic Units (ALUs) of processors.</a:t>
            </a:r>
          </a:p>
        </p:txBody>
      </p:sp>
    </p:spTree>
    <p:extLst>
      <p:ext uri="{BB962C8B-B14F-4D97-AF65-F5344CB8AC3E}">
        <p14:creationId xmlns:p14="http://schemas.microsoft.com/office/powerpoint/2010/main" val="2617342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EEFB54-327F-B3FD-50A3-EEF574D9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ADDER AND SUBTRACTOR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A6B01C-2271-043B-0F44-7D261E1F9CC7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                          Binary Adder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Definition</a:t>
            </a:r>
            <a:r>
              <a:rPr lang="en-IN" dirty="0"/>
              <a:t>: A circuit that adds two binary numbers.</a:t>
            </a:r>
          </a:p>
          <a:p>
            <a:pPr lvl="0"/>
            <a:r>
              <a:rPr lang="en-IN" b="1" dirty="0"/>
              <a:t>Types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Half Adder</a:t>
            </a:r>
            <a:r>
              <a:rPr lang="en-IN" dirty="0"/>
              <a:t>: Adds two 1-bit inputs → outputs Sum &amp; Carry.</a:t>
            </a:r>
          </a:p>
          <a:p>
            <a:pPr lvl="1"/>
            <a:r>
              <a:rPr lang="en-IN" b="1" dirty="0"/>
              <a:t>Full Adder</a:t>
            </a:r>
            <a:r>
              <a:rPr lang="en-IN" dirty="0"/>
              <a:t>: Adds three inputs (two bits + carry-in) → outputs Sum &amp; Carry-out.</a:t>
            </a:r>
          </a:p>
          <a:p>
            <a:pPr lvl="0"/>
            <a:r>
              <a:rPr lang="en-IN" b="1" dirty="0"/>
              <a:t>Multi-bit Addition</a:t>
            </a:r>
            <a:r>
              <a:rPr lang="en-IN" dirty="0"/>
              <a:t>: Achieved by connecting several full adders in series (Ripple-Carry Adder).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1F0C3C-CA0E-1656-282A-E93601721CE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IN" dirty="0">
                <a:latin typeface="Arial Rounded MT Bold" panose="020F0704030504030204" pitchFamily="34" charset="0"/>
              </a:rPr>
              <a:t>                         Binary Subtractor</a:t>
            </a:r>
          </a:p>
          <a:p>
            <a:pPr lvl="0"/>
            <a:endParaRPr lang="en-IN" b="1" dirty="0"/>
          </a:p>
          <a:p>
            <a:pPr lvl="0"/>
            <a:r>
              <a:rPr lang="en-IN" b="1" dirty="0"/>
              <a:t>Definition</a:t>
            </a:r>
            <a:r>
              <a:rPr lang="en-IN" dirty="0"/>
              <a:t>: A circuit that subtracts one binary number from another.</a:t>
            </a:r>
          </a:p>
          <a:p>
            <a:pPr lvl="0"/>
            <a:r>
              <a:rPr lang="en-IN" b="1" dirty="0"/>
              <a:t>Method</a:t>
            </a:r>
            <a:r>
              <a:rPr lang="en-IN" dirty="0"/>
              <a:t>: Subtraction is performed using </a:t>
            </a:r>
            <a:r>
              <a:rPr lang="en-IN" b="1" dirty="0"/>
              <a:t>two’s complement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Invert the bits of the subtrahend.</a:t>
            </a:r>
          </a:p>
          <a:p>
            <a:pPr lvl="1"/>
            <a:r>
              <a:rPr lang="en-IN" dirty="0"/>
              <a:t>Add 1 to form two’s complement.</a:t>
            </a:r>
          </a:p>
          <a:p>
            <a:pPr lvl="1"/>
            <a:r>
              <a:rPr lang="en-IN" dirty="0"/>
              <a:t>Add it to the minuend using a binary adder.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3887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CBB90C-2C67-4397-3FED-8EAF53ED4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Adder-Subtractor Combined Circuit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61F6D2-7D8D-D619-843B-D82F9F40A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IN" b="1" dirty="0"/>
          </a:p>
          <a:p>
            <a:pPr lvl="0"/>
            <a:r>
              <a:rPr lang="en-IN" b="1" dirty="0"/>
              <a:t>Control Signal (K)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K = 0 → Addition</a:t>
            </a:r>
            <a:endParaRPr lang="en-IN" dirty="0"/>
          </a:p>
          <a:p>
            <a:pPr lvl="1"/>
            <a:r>
              <a:rPr lang="en-IN" b="1" dirty="0"/>
              <a:t>K = 1 → Subtraction</a:t>
            </a:r>
            <a:endParaRPr lang="en-IN" dirty="0"/>
          </a:p>
          <a:p>
            <a:pPr lvl="0"/>
            <a:r>
              <a:rPr lang="en-IN" b="1" dirty="0"/>
              <a:t>Working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Each bit of operand B is XOR with K.</a:t>
            </a:r>
          </a:p>
          <a:p>
            <a:pPr lvl="1"/>
            <a:r>
              <a:rPr lang="en-IN" dirty="0"/>
              <a:t>Carry-in of the least significant full adder is set to K.</a:t>
            </a:r>
          </a:p>
          <a:p>
            <a:pPr lvl="1"/>
            <a:r>
              <a:rPr lang="en-IN" dirty="0"/>
              <a:t>This ensures addition when K=0 and subtraction when K=1.</a:t>
            </a:r>
          </a:p>
          <a:p>
            <a:pPr lvl="0"/>
            <a:r>
              <a:rPr lang="en-IN" b="1" dirty="0"/>
              <a:t>Outputs</a:t>
            </a:r>
            <a:r>
              <a:rPr lang="en-IN" dirty="0"/>
              <a:t>:</a:t>
            </a:r>
          </a:p>
          <a:p>
            <a:pPr lvl="1"/>
            <a:r>
              <a:rPr lang="en-IN" b="1" dirty="0"/>
              <a:t>Sum/Difference bits</a:t>
            </a:r>
            <a:endParaRPr lang="en-IN" dirty="0"/>
          </a:p>
          <a:p>
            <a:pPr lvl="1"/>
            <a:r>
              <a:rPr lang="en-IN" b="1" dirty="0"/>
              <a:t>Carry/Borrow bits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836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9FFC-B539-FF3D-D4B8-5883468A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>
                <a:latin typeface="Arial Rounded MT Bold" panose="020F0704030504030204" pitchFamily="34" charset="0"/>
              </a:rPr>
              <a:t>Example</a:t>
            </a:r>
            <a:r>
              <a:rPr lang="en-IN" dirty="0"/>
              <a:t>: 4-bit Adder-Subtractor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41E5A-F3C4-78F7-5216-C0C23EA3BC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endParaRPr lang="en-IN" dirty="0"/>
              </a:p>
              <a:p>
                <a:pPr lvl="0"/>
                <a:endParaRPr lang="en-IN" dirty="0"/>
              </a:p>
              <a:p>
                <a:pPr lvl="0"/>
                <a:endParaRPr lang="en-IN" dirty="0"/>
              </a:p>
              <a:p>
                <a:pPr lvl="0"/>
                <a:r>
                  <a:rPr lang="en-IN" dirty="0"/>
                  <a:t>*</a:t>
                </a:r>
                <a:r>
                  <a:rPr lang="en-IN" sz="2000" b="1" dirty="0"/>
                  <a:t>Inputs</a:t>
                </a:r>
                <a:r>
                  <a:rPr lang="en-IN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>
                    <a:effectLst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*</a:t>
                </a:r>
                <a:r>
                  <a:rPr lang="en-IN" b="1" dirty="0">
                    <a:effectLst/>
                  </a:rPr>
                  <a:t>Circuit</a:t>
                </a:r>
                <a:r>
                  <a:rPr lang="en-IN" dirty="0">
                    <a:effectLst/>
                  </a:rPr>
                  <a:t>: 4 full adders connected in ripple-carry fashion.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*Control line decides whether the operation is addition or subtraction.</a:t>
                </a:r>
                <a:endParaRPr lang="en-IN" dirty="0"/>
              </a:p>
              <a:p>
                <a:pPr lvl="0"/>
                <a:r>
                  <a:rPr lang="en-IN" dirty="0">
                    <a:effectLst/>
                  </a:rPr>
                  <a:t>*Used in ALUs for arithmetic operations.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C41E5A-F3C4-78F7-5216-C0C23EA3B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9910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9961-264D-1468-6813-2DDC0A947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618" y="128016"/>
            <a:ext cx="10741152" cy="1132258"/>
          </a:xfrm>
        </p:spPr>
        <p:txBody>
          <a:bodyPr/>
          <a:lstStyle/>
          <a:p>
            <a:r>
              <a:rPr lang="en-US" dirty="0"/>
              <a:t>4 BIT ADDER-SUBTRACTOR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21FC1D-41F6-BD60-BE23-EC5C571B3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226" y="1658938"/>
            <a:ext cx="9447936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13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6D38D-33B5-B723-0767-E5A119CF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Truth Table for 4-Bit Adder–Subtractor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C12830-CFAF-4557-F5D5-08375C6B92A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64394" y="2703830"/>
          <a:ext cx="1051560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523478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3485414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161406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8163696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217822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88384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Control (K)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(4-bit)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 (4-bit)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 (S₃S₂S₁S₀)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Carry/Borrow (Cout)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4296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28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098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728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27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149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961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413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8F6486-4DDD-FE77-4F9D-0BC8B701FA1A}"/>
              </a:ext>
            </a:extLst>
          </p:cNvPr>
          <p:cNvSpPr txBox="1"/>
          <p:nvPr/>
        </p:nvSpPr>
        <p:spPr>
          <a:xfrm>
            <a:off x="1573159" y="2767280"/>
            <a:ext cx="937014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https://github.com/srivishwachaitanya/-KLH-FED-2026-Section-No-14--Batch-no-16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92657-203C-6CAE-D42D-57D1B5C183A1}"/>
              </a:ext>
            </a:extLst>
          </p:cNvPr>
          <p:cNvSpPr txBox="1"/>
          <p:nvPr/>
        </p:nvSpPr>
        <p:spPr>
          <a:xfrm>
            <a:off x="3441587" y="1582993"/>
            <a:ext cx="53088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Felix Titling (Headings)"/>
              </a:rPr>
              <a:t>GITHUB REPOSITORY</a:t>
            </a:r>
            <a:endParaRPr lang="en-IN" sz="4000" b="1" dirty="0">
              <a:latin typeface="Felix Titling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2267913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7DD16-5BEE-F7DB-99B0-41C902DD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832" y="928362"/>
            <a:ext cx="9546336" cy="3675885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         </a:t>
            </a:r>
            <a:r>
              <a:rPr lang="en-US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02849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90</TotalTime>
  <Words>419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Rounded MT Bold</vt:lpstr>
      <vt:lpstr>Cambria Math</vt:lpstr>
      <vt:lpstr>Felix Titling</vt:lpstr>
      <vt:lpstr>Felix Titling (Headings)</vt:lpstr>
      <vt:lpstr>Goudy Old Style</vt:lpstr>
      <vt:lpstr>Archway</vt:lpstr>
      <vt:lpstr>DIGITAL DESIGN AND COMPUTER ARCHITECTURE</vt:lpstr>
      <vt:lpstr>DESIGN AND SIMULATION OF A MULTI-BIT BINARY ADDER AND SUBTRACTOR</vt:lpstr>
      <vt:lpstr> ADDER AND SUBTRACTOR</vt:lpstr>
      <vt:lpstr> Adder-Subtractor Combined Circuit</vt:lpstr>
      <vt:lpstr> Example: 4-bit Adder-Subtractor </vt:lpstr>
      <vt:lpstr>4 BIT ADDER-SUBTRACTOR</vt:lpstr>
      <vt:lpstr>Truth Table for 4-Bit Adder–Subtractor</vt:lpstr>
      <vt:lpstr>PowerPoint Presentation</vt:lpstr>
      <vt:lpstr>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Srivatsa</dc:creator>
  <cp:lastModifiedBy>Sri Vishwa Chaitanya .</cp:lastModifiedBy>
  <cp:revision>2</cp:revision>
  <dcterms:created xsi:type="dcterms:W3CDTF">2026-10-08T08:30:16Z</dcterms:created>
  <dcterms:modified xsi:type="dcterms:W3CDTF">2026-10-15T02:57:42Z</dcterms:modified>
</cp:coreProperties>
</file>