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4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7D93B0-1657-45FB-8743-2896C912AF7C}" v="25" dt="2026-10-14T05:59:16.2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khil Srivatsa" userId="89549c07dece3dc4" providerId="LiveId" clId="{45C24044-30C3-4DD7-98F8-992C1266A2B9}"/>
    <pc:docChg chg="custSel addSld delSld modSld sldOrd">
      <pc:chgData name="Nikhil Srivatsa" userId="89549c07dece3dc4" providerId="LiveId" clId="{45C24044-30C3-4DD7-98F8-992C1266A2B9}" dt="2026-10-14T06:08:14.131" v="1274"/>
      <pc:docMkLst>
        <pc:docMk/>
      </pc:docMkLst>
      <pc:sldChg chg="ord modTransition">
        <pc:chgData name="Nikhil Srivatsa" userId="89549c07dece3dc4" providerId="LiveId" clId="{45C24044-30C3-4DD7-98F8-992C1266A2B9}" dt="2026-10-14T06:00:52.997" v="923"/>
        <pc:sldMkLst>
          <pc:docMk/>
          <pc:sldMk cId="2617342189" sldId="256"/>
        </pc:sldMkLst>
      </pc:sldChg>
      <pc:sldChg chg="modTransition">
        <pc:chgData name="Nikhil Srivatsa" userId="89549c07dece3dc4" providerId="LiveId" clId="{45C24044-30C3-4DD7-98F8-992C1266A2B9}" dt="2026-10-14T05:56:31.825" v="26"/>
        <pc:sldMkLst>
          <pc:docMk/>
          <pc:sldMk cId="3913887179" sldId="257"/>
        </pc:sldMkLst>
      </pc:sldChg>
      <pc:sldChg chg="ord modTransition">
        <pc:chgData name="Nikhil Srivatsa" userId="89549c07dece3dc4" providerId="LiveId" clId="{45C24044-30C3-4DD7-98F8-992C1266A2B9}" dt="2026-10-14T05:56:35.318" v="27"/>
        <pc:sldMkLst>
          <pc:docMk/>
          <pc:sldMk cId="3498836850" sldId="258"/>
        </pc:sldMkLst>
      </pc:sldChg>
      <pc:sldChg chg="modTransition">
        <pc:chgData name="Nikhil Srivatsa" userId="89549c07dece3dc4" providerId="LiveId" clId="{45C24044-30C3-4DD7-98F8-992C1266A2B9}" dt="2026-10-14T05:56:38.029" v="28"/>
        <pc:sldMkLst>
          <pc:docMk/>
          <pc:sldMk cId="3629910427" sldId="259"/>
        </pc:sldMkLst>
      </pc:sldChg>
      <pc:sldChg chg="addSp delSp modSp mod modTransition">
        <pc:chgData name="Nikhil Srivatsa" userId="89549c07dece3dc4" providerId="LiveId" clId="{45C24044-30C3-4DD7-98F8-992C1266A2B9}" dt="2026-10-14T06:08:14.131" v="1274"/>
        <pc:sldMkLst>
          <pc:docMk/>
          <pc:sldMk cId="977813349" sldId="260"/>
        </pc:sldMkLst>
        <pc:spChg chg="mod">
          <ac:chgData name="Nikhil Srivatsa" userId="89549c07dece3dc4" providerId="LiveId" clId="{45C24044-30C3-4DD7-98F8-992C1266A2B9}" dt="2026-10-13T05:05:26.552" v="10" actId="1076"/>
          <ac:spMkLst>
            <pc:docMk/>
            <pc:sldMk cId="977813349" sldId="260"/>
            <ac:spMk id="2" creationId="{41539961-264D-1468-6813-2DDC0A947725}"/>
          </ac:spMkLst>
        </pc:spChg>
        <pc:spChg chg="add del mod">
          <ac:chgData name="Nikhil Srivatsa" userId="89549c07dece3dc4" providerId="LiveId" clId="{45C24044-30C3-4DD7-98F8-992C1266A2B9}" dt="2026-10-14T06:08:14.131" v="1274"/>
          <ac:spMkLst>
            <pc:docMk/>
            <pc:sldMk cId="977813349" sldId="260"/>
            <ac:spMk id="4" creationId="{903BB935-FD82-99DA-B6A3-EC07F4B18D7D}"/>
          </ac:spMkLst>
        </pc:spChg>
        <pc:spChg chg="add del mod">
          <ac:chgData name="Nikhil Srivatsa" userId="89549c07dece3dc4" providerId="LiveId" clId="{45C24044-30C3-4DD7-98F8-992C1266A2B9}" dt="2026-10-13T05:05:20.123" v="9" actId="931"/>
          <ac:spMkLst>
            <pc:docMk/>
            <pc:sldMk cId="977813349" sldId="260"/>
            <ac:spMk id="5" creationId="{6E26A5D7-0D3F-F2D2-30BD-D85DFA852BC6}"/>
          </ac:spMkLst>
        </pc:spChg>
        <pc:picChg chg="del mod">
          <ac:chgData name="Nikhil Srivatsa" userId="89549c07dece3dc4" providerId="LiveId" clId="{45C24044-30C3-4DD7-98F8-992C1266A2B9}" dt="2026-10-13T05:04:38.036" v="8" actId="21"/>
          <ac:picMkLst>
            <pc:docMk/>
            <pc:sldMk cId="977813349" sldId="260"/>
            <ac:picMk id="4" creationId="{6D7DE2A8-090D-C94E-260B-5A9B3E79AD2D}"/>
          </ac:picMkLst>
        </pc:picChg>
        <pc:picChg chg="add mod ord">
          <ac:chgData name="Nikhil Srivatsa" userId="89549c07dece3dc4" providerId="LiveId" clId="{45C24044-30C3-4DD7-98F8-992C1266A2B9}" dt="2026-10-14T06:08:14.131" v="1274"/>
          <ac:picMkLst>
            <pc:docMk/>
            <pc:sldMk cId="977813349" sldId="260"/>
            <ac:picMk id="6" creationId="{7621FC1D-41F6-BD60-BE23-EC5C571B3955}"/>
          </ac:picMkLst>
        </pc:picChg>
        <pc:picChg chg="add del mod ord">
          <ac:chgData name="Nikhil Srivatsa" userId="89549c07dece3dc4" providerId="LiveId" clId="{45C24044-30C3-4DD7-98F8-992C1266A2B9}" dt="2026-10-14T06:06:23.225" v="1272" actId="21"/>
          <ac:picMkLst>
            <pc:docMk/>
            <pc:sldMk cId="977813349" sldId="260"/>
            <ac:picMk id="7" creationId="{A19E3A63-1B64-3394-BC5B-E2702BE46913}"/>
          </ac:picMkLst>
        </pc:picChg>
      </pc:sldChg>
      <pc:sldChg chg="modTransition">
        <pc:chgData name="Nikhil Srivatsa" userId="89549c07dece3dc4" providerId="LiveId" clId="{45C24044-30C3-4DD7-98F8-992C1266A2B9}" dt="2026-10-14T05:56:42.992" v="30"/>
        <pc:sldMkLst>
          <pc:docMk/>
          <pc:sldMk cId="2906413006" sldId="261"/>
        </pc:sldMkLst>
      </pc:sldChg>
      <pc:sldChg chg="modTransition">
        <pc:chgData name="Nikhil Srivatsa" userId="89549c07dece3dc4" providerId="LiveId" clId="{45C24044-30C3-4DD7-98F8-992C1266A2B9}" dt="2026-10-14T05:56:46.122" v="31"/>
        <pc:sldMkLst>
          <pc:docMk/>
          <pc:sldMk cId="1602849835" sldId="262"/>
        </pc:sldMkLst>
      </pc:sldChg>
      <pc:sldChg chg="addSp delSp modSp del mod modTransition">
        <pc:chgData name="Nikhil Srivatsa" userId="89549c07dece3dc4" providerId="LiveId" clId="{45C24044-30C3-4DD7-98F8-992C1266A2B9}" dt="2026-10-14T06:00:38.785" v="919" actId="2696"/>
        <pc:sldMkLst>
          <pc:docMk/>
          <pc:sldMk cId="787311954" sldId="263"/>
        </pc:sldMkLst>
        <pc:spChg chg="add del mod">
          <ac:chgData name="Nikhil Srivatsa" userId="89549c07dece3dc4" providerId="LiveId" clId="{45C24044-30C3-4DD7-98F8-992C1266A2B9}" dt="2026-10-14T06:00:36.839" v="918"/>
          <ac:spMkLst>
            <pc:docMk/>
            <pc:sldMk cId="787311954" sldId="263"/>
            <ac:spMk id="2" creationId="{AC505732-446F-AEFC-7458-BF4C29C9C351}"/>
          </ac:spMkLst>
        </pc:spChg>
        <pc:spChg chg="mod">
          <ac:chgData name="Nikhil Srivatsa" userId="89549c07dece3dc4" providerId="LiveId" clId="{45C24044-30C3-4DD7-98F8-992C1266A2B9}" dt="2026-10-14T06:00:32.859" v="913" actId="20577"/>
          <ac:spMkLst>
            <pc:docMk/>
            <pc:sldMk cId="787311954" sldId="263"/>
            <ac:spMk id="4" creationId="{47115918-D87C-2565-EF44-92502F8B0DF1}"/>
          </ac:spMkLst>
        </pc:spChg>
        <pc:spChg chg="mod">
          <ac:chgData name="Nikhil Srivatsa" userId="89549c07dece3dc4" providerId="LiveId" clId="{45C24044-30C3-4DD7-98F8-992C1266A2B9}" dt="2026-10-14T06:00:35.355" v="916" actId="20577"/>
          <ac:spMkLst>
            <pc:docMk/>
            <pc:sldMk cId="787311954" sldId="263"/>
            <ac:spMk id="5" creationId="{2BF737F5-5566-F5CB-A503-1F47BE918111}"/>
          </ac:spMkLst>
        </pc:spChg>
      </pc:sldChg>
      <pc:sldChg chg="addSp delSp modSp new mod ord modClrScheme chgLayout">
        <pc:chgData name="Nikhil Srivatsa" userId="89549c07dece3dc4" providerId="LiveId" clId="{45C24044-30C3-4DD7-98F8-992C1266A2B9}" dt="2026-10-14T06:05:32.099" v="1271" actId="113"/>
        <pc:sldMkLst>
          <pc:docMk/>
          <pc:sldMk cId="1520200095" sldId="263"/>
        </pc:sldMkLst>
        <pc:spChg chg="del mod ord">
          <ac:chgData name="Nikhil Srivatsa" userId="89549c07dece3dc4" providerId="LiveId" clId="{45C24044-30C3-4DD7-98F8-992C1266A2B9}" dt="2026-10-14T06:01:21.499" v="926" actId="700"/>
          <ac:spMkLst>
            <pc:docMk/>
            <pc:sldMk cId="1520200095" sldId="263"/>
            <ac:spMk id="2" creationId="{7A4D489D-D98C-2CAE-2375-A40C53725C3D}"/>
          </ac:spMkLst>
        </pc:spChg>
        <pc:spChg chg="del mod ord">
          <ac:chgData name="Nikhil Srivatsa" userId="89549c07dece3dc4" providerId="LiveId" clId="{45C24044-30C3-4DD7-98F8-992C1266A2B9}" dt="2026-10-14T06:01:21.499" v="926" actId="700"/>
          <ac:spMkLst>
            <pc:docMk/>
            <pc:sldMk cId="1520200095" sldId="263"/>
            <ac:spMk id="3" creationId="{3FD19DD6-3770-CE06-DC6F-3EAC0E99840A}"/>
          </ac:spMkLst>
        </pc:spChg>
        <pc:spChg chg="add mod ord">
          <ac:chgData name="Nikhil Srivatsa" userId="89549c07dece3dc4" providerId="LiveId" clId="{45C24044-30C3-4DD7-98F8-992C1266A2B9}" dt="2026-10-14T06:01:58.002" v="972" actId="1076"/>
          <ac:spMkLst>
            <pc:docMk/>
            <pc:sldMk cId="1520200095" sldId="263"/>
            <ac:spMk id="4" creationId="{ECA4F770-AF88-3A32-8414-BE3E1B3133AE}"/>
          </ac:spMkLst>
        </pc:spChg>
        <pc:spChg chg="add mod ord">
          <ac:chgData name="Nikhil Srivatsa" userId="89549c07dece3dc4" providerId="LiveId" clId="{45C24044-30C3-4DD7-98F8-992C1266A2B9}" dt="2026-10-14T06:05:32.099" v="1271" actId="113"/>
          <ac:spMkLst>
            <pc:docMk/>
            <pc:sldMk cId="1520200095" sldId="263"/>
            <ac:spMk id="5" creationId="{5015FECD-D610-DF5F-4FF8-1789745197A5}"/>
          </ac:spMkLst>
        </pc:spChg>
      </pc:sldChg>
      <pc:sldChg chg="del modTransition">
        <pc:chgData name="Nikhil Srivatsa" userId="89549c07dece3dc4" providerId="LiveId" clId="{45C24044-30C3-4DD7-98F8-992C1266A2B9}" dt="2026-10-14T06:00:45.342" v="920" actId="2696"/>
        <pc:sldMkLst>
          <pc:docMk/>
          <pc:sldMk cId="1723870673" sldId="26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EC014E-32E8-BC91-190E-85B3C74C9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8" y="964075"/>
            <a:ext cx="4654297" cy="3739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0" y="4822842"/>
            <a:ext cx="4206240" cy="1380744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2603722-CE80-C718-39E9-BB79F1F68C3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84C280F-E753-FE97-A722-F86168AC97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41248" y="964074"/>
            <a:ext cx="5403280" cy="5258929"/>
          </a:xfrm>
          <a:custGeom>
            <a:avLst/>
            <a:gdLst>
              <a:gd name="connsiteX0" fmla="*/ 2701640 w 5403280"/>
              <a:gd name="connsiteY0" fmla="*/ 0 h 5258929"/>
              <a:gd name="connsiteX1" fmla="*/ 5403280 w 5403280"/>
              <a:gd name="connsiteY1" fmla="*/ 2701640 h 5258929"/>
              <a:gd name="connsiteX2" fmla="*/ 5403280 w 5403280"/>
              <a:gd name="connsiteY2" fmla="*/ 5258929 h 5258929"/>
              <a:gd name="connsiteX3" fmla="*/ 0 w 5403280"/>
              <a:gd name="connsiteY3" fmla="*/ 5258929 h 5258929"/>
              <a:gd name="connsiteX4" fmla="*/ 0 w 5403280"/>
              <a:gd name="connsiteY4" fmla="*/ 2701640 h 5258929"/>
              <a:gd name="connsiteX5" fmla="*/ 2701640 w 5403280"/>
              <a:gd name="connsiteY5" fmla="*/ 0 h 5258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3280" h="5258929">
                <a:moveTo>
                  <a:pt x="2701640" y="0"/>
                </a:moveTo>
                <a:cubicBezTo>
                  <a:pt x="4193715" y="0"/>
                  <a:pt x="5403280" y="1209565"/>
                  <a:pt x="5403280" y="2701640"/>
                </a:cubicBezTo>
                <a:lnTo>
                  <a:pt x="5403280" y="5258929"/>
                </a:lnTo>
                <a:lnTo>
                  <a:pt x="0" y="5258929"/>
                </a:lnTo>
                <a:lnTo>
                  <a:pt x="0" y="2701640"/>
                </a:lnTo>
                <a:cubicBezTo>
                  <a:pt x="0" y="1209565"/>
                  <a:pt x="1209565" y="0"/>
                  <a:pt x="2701640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6350">
            <a:noFill/>
          </a:ln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17A08-C834-F239-A3DF-2D1295F0AE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425981" y="4687095"/>
            <a:ext cx="2706690" cy="365125"/>
          </a:xfrm>
        </p:spPr>
        <p:txBody>
          <a:bodyPr/>
          <a:lstStyle/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E80C6A5-61FE-078D-49D9-31BD1294014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8158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6C4595-90D4-94E6-CEBA-82807457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65760"/>
            <a:ext cx="10741152" cy="113225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1658679"/>
            <a:ext cx="10780776" cy="4925000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9305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5218032"/>
            <a:ext cx="10972800" cy="786384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972629"/>
            <a:ext cx="10972800" cy="480373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986425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88BD73-E6AB-68A9-F41B-313E0C4477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6200000">
            <a:off x="-396119" y="5787191"/>
            <a:ext cx="1503444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AA6162-61A3-2C41-311C-F407FC4B4DA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DABF624-39B6-C7A2-98E7-26593626B4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4" y="4989940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6B102F-64E7-9387-1F8F-DB4AC825773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0211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E84C31D-CC85-27E5-FD9F-627C926D5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78608"/>
            <a:ext cx="7879335" cy="3592629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0B934F-7AD0-6CA4-BC4D-9CC30854B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4" y="1714500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FF6486-38AE-54F6-E2F3-8B944C3F1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41BD916-71AE-106E-105D-01655950FC4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987800" y="368300"/>
            <a:ext cx="7375525" cy="1014413"/>
          </a:xfrm>
        </p:spPr>
        <p:txBody>
          <a:bodyPr anchor="ctr">
            <a:normAutofit/>
          </a:bodyPr>
          <a:lstStyle>
            <a:lvl1pPr algn="r"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D0054-227E-4953-9BB1-7141F9024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2E0F1-15E9-E241-9959-A6D46B69E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76649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842852-3CDE-22AD-D5F0-AAF8279A0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9536"/>
            <a:ext cx="9546336" cy="3675885"/>
          </a:xfrm>
        </p:spPr>
        <p:txBody>
          <a:bodyPr anchor="t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D523C5-E38D-F0DE-48C0-B6B8404B6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4" y="5143500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6257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4EF7E11-76D4-64FA-465B-165405450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947" y="1296083"/>
            <a:ext cx="4353325" cy="4265835"/>
          </a:xfrm>
          <a:custGeom>
            <a:avLst/>
            <a:gdLst>
              <a:gd name="connsiteX0" fmla="*/ 2176663 w 4353325"/>
              <a:gd name="connsiteY0" fmla="*/ 0 h 4265835"/>
              <a:gd name="connsiteX1" fmla="*/ 4353325 w 4353325"/>
              <a:gd name="connsiteY1" fmla="*/ 2176662 h 4265835"/>
              <a:gd name="connsiteX2" fmla="*/ 4353325 w 4353325"/>
              <a:gd name="connsiteY2" fmla="*/ 2712923 h 4265835"/>
              <a:gd name="connsiteX3" fmla="*/ 4353325 w 4353325"/>
              <a:gd name="connsiteY3" fmla="*/ 3733873 h 4265835"/>
              <a:gd name="connsiteX4" fmla="*/ 4353325 w 4353325"/>
              <a:gd name="connsiteY4" fmla="*/ 4265835 h 4265835"/>
              <a:gd name="connsiteX5" fmla="*/ 0 w 4353325"/>
              <a:gd name="connsiteY5" fmla="*/ 4265835 h 4265835"/>
              <a:gd name="connsiteX6" fmla="*/ 0 w 4353325"/>
              <a:gd name="connsiteY6" fmla="*/ 3733873 h 4265835"/>
              <a:gd name="connsiteX7" fmla="*/ 0 w 4353325"/>
              <a:gd name="connsiteY7" fmla="*/ 2712923 h 4265835"/>
              <a:gd name="connsiteX8" fmla="*/ 0 w 4353325"/>
              <a:gd name="connsiteY8" fmla="*/ 2176662 h 4265835"/>
              <a:gd name="connsiteX9" fmla="*/ 2176663 w 4353325"/>
              <a:gd name="connsiteY9" fmla="*/ 0 h 4265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53325" h="4265835">
                <a:moveTo>
                  <a:pt x="2176663" y="0"/>
                </a:moveTo>
                <a:cubicBezTo>
                  <a:pt x="3378800" y="0"/>
                  <a:pt x="4353325" y="974525"/>
                  <a:pt x="4353325" y="2176662"/>
                </a:cubicBezTo>
                <a:lnTo>
                  <a:pt x="4353325" y="2712923"/>
                </a:lnTo>
                <a:lnTo>
                  <a:pt x="4353325" y="3733873"/>
                </a:lnTo>
                <a:lnTo>
                  <a:pt x="4353325" y="4265835"/>
                </a:lnTo>
                <a:lnTo>
                  <a:pt x="0" y="4265835"/>
                </a:lnTo>
                <a:lnTo>
                  <a:pt x="0" y="3733873"/>
                </a:lnTo>
                <a:lnTo>
                  <a:pt x="0" y="2712923"/>
                </a:lnTo>
                <a:lnTo>
                  <a:pt x="0" y="2176662"/>
                </a:lnTo>
                <a:cubicBezTo>
                  <a:pt x="0" y="974525"/>
                  <a:pt x="974525" y="0"/>
                  <a:pt x="2176663" y="0"/>
                </a:cubicBezTo>
                <a:close/>
              </a:path>
            </a:pathLst>
          </a:custGeom>
          <a:ln w="6350">
            <a:solidFill>
              <a:schemeClr val="tx1"/>
            </a:solidFill>
          </a:ln>
        </p:spPr>
        <p:txBody>
          <a:bodyPr wrap="square" lIns="182880" tIns="914400" rIns="182880" anchor="ctr" anchorCtr="0">
            <a:noAutofit/>
          </a:bodyPr>
          <a:lstStyle>
            <a:lvl1pPr algn="ct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35056" y="1296083"/>
            <a:ext cx="4325112" cy="4265835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7070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05B5E-C545-4763-BA47-4C2C0FCA5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4608576"/>
            <a:ext cx="4169664" cy="1609344"/>
          </a:xfrm>
        </p:spPr>
        <p:txBody>
          <a:bodyPr anchor="t" anchorCtr="0">
            <a:noAutofit/>
          </a:bodyPr>
          <a:lstStyle>
            <a:lvl1pPr algn="ctr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D23AA-8F22-4B09-8FAA-CD16E5D66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E5AAB3D-814D-597A-6ADE-F522A8116DCD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1257301" y="1097280"/>
            <a:ext cx="3776470" cy="3168100"/>
          </a:xfrm>
          <a:custGeom>
            <a:avLst/>
            <a:gdLst>
              <a:gd name="connsiteX0" fmla="*/ 1888235 w 3776470"/>
              <a:gd name="connsiteY0" fmla="*/ 0 h 3168100"/>
              <a:gd name="connsiteX1" fmla="*/ 3776470 w 3776470"/>
              <a:gd name="connsiteY1" fmla="*/ 1888235 h 3168100"/>
              <a:gd name="connsiteX2" fmla="*/ 3776470 w 3776470"/>
              <a:gd name="connsiteY2" fmla="*/ 3168100 h 3168100"/>
              <a:gd name="connsiteX3" fmla="*/ 0 w 3776470"/>
              <a:gd name="connsiteY3" fmla="*/ 3168100 h 3168100"/>
              <a:gd name="connsiteX4" fmla="*/ 0 w 3776470"/>
              <a:gd name="connsiteY4" fmla="*/ 1888235 h 3168100"/>
              <a:gd name="connsiteX5" fmla="*/ 1888235 w 3776470"/>
              <a:gd name="connsiteY5" fmla="*/ 0 h 316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76470" h="3168100">
                <a:moveTo>
                  <a:pt x="1888235" y="0"/>
                </a:moveTo>
                <a:cubicBezTo>
                  <a:pt x="2931078" y="0"/>
                  <a:pt x="3776470" y="845392"/>
                  <a:pt x="3776470" y="1888235"/>
                </a:cubicBezTo>
                <a:lnTo>
                  <a:pt x="3776470" y="3168100"/>
                </a:lnTo>
                <a:lnTo>
                  <a:pt x="0" y="3168100"/>
                </a:lnTo>
                <a:lnTo>
                  <a:pt x="0" y="1888235"/>
                </a:lnTo>
                <a:cubicBezTo>
                  <a:pt x="0" y="845392"/>
                  <a:pt x="845392" y="0"/>
                  <a:pt x="1888235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6350">
            <a:solidFill>
              <a:schemeClr val="tx1"/>
            </a:solidFill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A263F8-8E34-4910-BF7A-F1C5A9968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1464" y="841248"/>
            <a:ext cx="4215384" cy="5330952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  <a:lvl2pPr algn="ctr">
              <a:defRPr>
                <a:solidFill>
                  <a:schemeClr val="tx1"/>
                </a:solidFill>
              </a:defRPr>
            </a:lvl2pPr>
            <a:lvl3pPr algn="ctr">
              <a:defRPr>
                <a:solidFill>
                  <a:schemeClr val="tx1"/>
                </a:solidFill>
              </a:defRPr>
            </a:lvl3pPr>
            <a:lvl4pPr algn="ctr">
              <a:defRPr>
                <a:solidFill>
                  <a:schemeClr val="tx1"/>
                </a:solidFill>
              </a:defRPr>
            </a:lvl4pPr>
            <a:lvl5pPr algn="ctr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E74E5-D20D-4AB7-8D98-F336CE0EC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8A028-A0C8-45E7-915E-B83FF59C9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CD2C868-CE73-A5B1-1389-62A23B14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97086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9265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84" y="2615184"/>
            <a:ext cx="3813048" cy="3557016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841248"/>
            <a:ext cx="4956175" cy="355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F4378AB-83E7-8777-F6CD-8F19BA4FE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5016203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0612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841248"/>
            <a:ext cx="2999232" cy="5184648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66926" y="841248"/>
            <a:ext cx="6260154" cy="518464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8293A07-68F2-BD10-B738-E87F3F3D8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4182210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520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1152" y="990511"/>
            <a:ext cx="2565593" cy="1858941"/>
          </a:xfrm>
        </p:spPr>
        <p:txBody>
          <a:bodyPr anchor="b"/>
          <a:lstStyle>
            <a:lvl1pPr>
              <a:def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32271" y="3011335"/>
            <a:ext cx="2559977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8BD5A515-9970-0784-7927-52F94C270B4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5400000">
            <a:off x="10292564" y="1592958"/>
            <a:ext cx="2973522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8523CCEC-6BB2-B704-95E2-87FED823C5B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10425981" y="4687095"/>
            <a:ext cx="270669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1208465C-8C77-73BF-D18F-D01907BAC86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12296" y="6356350"/>
            <a:ext cx="574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E2A219-E459-07B3-1ED3-CBF7D239BE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20570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281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548640"/>
            <a:ext cx="6093225" cy="11430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793885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03520" y="1828800"/>
            <a:ext cx="6071616" cy="448970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F483F68-3490-71E7-A7DA-DA46BC48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97154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45FA4-0621-D8F1-73D0-046B7F4D771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10425981" y="4687095"/>
            <a:ext cx="2706690" cy="365125"/>
          </a:xfrm>
        </p:spPr>
        <p:txBody>
          <a:bodyPr/>
          <a:lstStyle/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4C51678-E871-8AD4-08DA-BF7B7013A35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10292565" y="1592957"/>
            <a:ext cx="2973522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CD01CE4-E064-7D2F-7D3A-9DA85E2777F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5803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48640"/>
            <a:ext cx="6135624" cy="11430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828800"/>
            <a:ext cx="6135624" cy="448970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4" y="0"/>
            <a:ext cx="4791456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C07157-DE89-FE2F-0547-2E4055913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382022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A0C5A-6673-53CC-030B-67BA133D974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745" y="4687095"/>
            <a:ext cx="2706690" cy="365125"/>
          </a:xfrm>
        </p:spPr>
        <p:txBody>
          <a:bodyPr/>
          <a:lstStyle/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2521688-F793-E4F2-732B-EEE6F58B75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161" y="1592957"/>
            <a:ext cx="2973522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DBE29E-7417-B57C-BA94-1DBC14BE461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17" y="6356350"/>
            <a:ext cx="574620" cy="365125"/>
          </a:xfrm>
        </p:spPr>
        <p:txBody>
          <a:bodyPr/>
          <a:lstStyle/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4979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0040"/>
            <a:ext cx="6858000" cy="932688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380744"/>
            <a:ext cx="6858000" cy="49834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C626C00-7A36-46A2-880D-F484910B34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077761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FF6D8B-36A2-DF79-CDB9-885694DCA71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745" y="4687095"/>
            <a:ext cx="2706690" cy="365125"/>
          </a:xfrm>
        </p:spPr>
        <p:txBody>
          <a:bodyPr/>
          <a:lstStyle/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2396A-E38F-CC9C-7303-71F99D08208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161" y="1592957"/>
            <a:ext cx="2973522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B0E4B-031C-4F2A-1993-D824DD71F7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17" y="6356350"/>
            <a:ext cx="574620" cy="365125"/>
          </a:xfrm>
        </p:spPr>
        <p:txBody>
          <a:bodyPr/>
          <a:lstStyle/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6788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83413"/>
            <a:ext cx="4361688" cy="1262639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979461"/>
            <a:ext cx="4360863" cy="43292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0" y="0"/>
            <a:ext cx="6446520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81977D-48BC-F135-96F9-1655E4BEE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732126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EA981C2C-E0DD-29A7-8209-50D66488152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745" y="4687095"/>
            <a:ext cx="2706690" cy="365125"/>
          </a:xfrm>
        </p:spPr>
        <p:txBody>
          <a:bodyPr/>
          <a:lstStyle/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205369F-8CCB-402F-9055-2BF12262B54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161" y="1592957"/>
            <a:ext cx="2973522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3591F2-4BD3-37D0-B00E-B2CD5F47A36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17" y="6356350"/>
            <a:ext cx="574620" cy="365125"/>
          </a:xfrm>
        </p:spPr>
        <p:txBody>
          <a:bodyPr/>
          <a:lstStyle/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52504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0040"/>
            <a:ext cx="4572000" cy="932688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380744"/>
            <a:ext cx="4572000" cy="49834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0" y="0"/>
            <a:ext cx="6274279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8BEB48-A052-9364-6EF6-F698004CA5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911724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417D8113-ECE6-D6F5-9CA4-C96A535F4799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745" y="4687095"/>
            <a:ext cx="2706690" cy="365125"/>
          </a:xfrm>
        </p:spPr>
        <p:txBody>
          <a:bodyPr/>
          <a:lstStyle/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29A0137-F97A-8194-464D-3B7D4814A8A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161" y="1592957"/>
            <a:ext cx="2973522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3FE5686-63A9-B1A1-5734-F96A9651465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17" y="6356350"/>
            <a:ext cx="574620" cy="365125"/>
          </a:xfrm>
        </p:spPr>
        <p:txBody>
          <a:bodyPr/>
          <a:lstStyle/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1140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485E715F-A05B-F2BC-ABF4-447E9B58E0C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6200000">
            <a:off x="-499001" y="5684309"/>
            <a:ext cx="1709209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632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2pPr>
            <a:lvl3pPr marL="457200" indent="0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Font typeface="Arial" panose="020B0604020202020204" pitchFamily="34" charset="0"/>
              <a:buNone/>
              <a:defRPr sz="1200">
                <a:solidFill>
                  <a:schemeClr val="tx1"/>
                </a:solidFill>
              </a:defRPr>
            </a:lvl4pPr>
            <a:lvl5pPr marL="914400" indent="0">
              <a:buFont typeface="Arial" panose="020B0604020202020204" pitchFamily="34" charset="0"/>
              <a:buNone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1173959" y="5435073"/>
            <a:ext cx="121073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A2B6090-1D21-5610-7943-4C4F96A6C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4638230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12444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4882896"/>
            <a:ext cx="3657603" cy="1453896"/>
          </a:xfrm>
        </p:spPr>
        <p:txBody>
          <a:bodyPr anchor="t">
            <a:normAutofit/>
          </a:bodyPr>
          <a:lstStyle>
            <a:lvl1pPr algn="ct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838F5DE0-1AA8-5320-EBEC-7B2EEF39963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0" y="548642"/>
            <a:ext cx="3490175" cy="4041647"/>
          </a:xfrm>
          <a:custGeom>
            <a:avLst/>
            <a:gdLst>
              <a:gd name="connsiteX0" fmla="*/ 1745088 w 3490175"/>
              <a:gd name="connsiteY0" fmla="*/ 0 h 4041647"/>
              <a:gd name="connsiteX1" fmla="*/ 3490175 w 3490175"/>
              <a:gd name="connsiteY1" fmla="*/ 1745088 h 4041647"/>
              <a:gd name="connsiteX2" fmla="*/ 3490175 w 3490175"/>
              <a:gd name="connsiteY2" fmla="*/ 3141232 h 4041647"/>
              <a:gd name="connsiteX3" fmla="*/ 3490175 w 3490175"/>
              <a:gd name="connsiteY3" fmla="*/ 3490175 h 4041647"/>
              <a:gd name="connsiteX4" fmla="*/ 3490175 w 3490175"/>
              <a:gd name="connsiteY4" fmla="*/ 4041647 h 4041647"/>
              <a:gd name="connsiteX5" fmla="*/ 0 w 3490175"/>
              <a:gd name="connsiteY5" fmla="*/ 4041647 h 4041647"/>
              <a:gd name="connsiteX6" fmla="*/ 0 w 3490175"/>
              <a:gd name="connsiteY6" fmla="*/ 3490175 h 4041647"/>
              <a:gd name="connsiteX7" fmla="*/ 0 w 3490175"/>
              <a:gd name="connsiteY7" fmla="*/ 3141232 h 4041647"/>
              <a:gd name="connsiteX8" fmla="*/ 0 w 3490175"/>
              <a:gd name="connsiteY8" fmla="*/ 1745088 h 4041647"/>
              <a:gd name="connsiteX9" fmla="*/ 1745088 w 3490175"/>
              <a:gd name="connsiteY9" fmla="*/ 0 h 4041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90175" h="4041647">
                <a:moveTo>
                  <a:pt x="1745088" y="0"/>
                </a:moveTo>
                <a:cubicBezTo>
                  <a:pt x="2708873" y="0"/>
                  <a:pt x="3490175" y="781302"/>
                  <a:pt x="3490175" y="1745088"/>
                </a:cubicBezTo>
                <a:lnTo>
                  <a:pt x="3490175" y="3141232"/>
                </a:lnTo>
                <a:lnTo>
                  <a:pt x="3490175" y="3490175"/>
                </a:lnTo>
                <a:lnTo>
                  <a:pt x="3490175" y="4041647"/>
                </a:lnTo>
                <a:lnTo>
                  <a:pt x="0" y="4041647"/>
                </a:lnTo>
                <a:lnTo>
                  <a:pt x="0" y="3490175"/>
                </a:lnTo>
                <a:lnTo>
                  <a:pt x="0" y="3141232"/>
                </a:lnTo>
                <a:lnTo>
                  <a:pt x="0" y="1745088"/>
                </a:lnTo>
                <a:cubicBezTo>
                  <a:pt x="0" y="781302"/>
                  <a:pt x="781302" y="0"/>
                  <a:pt x="1745088" y="0"/>
                </a:cubicBezTo>
                <a:close/>
              </a:path>
            </a:pathLst>
          </a:custGeom>
          <a:blipFill dpi="0" rotWithShape="1">
            <a:blip r:embed="rId2">
              <a:alphaModFix amt="81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6350">
            <a:solidFill>
              <a:schemeClr val="tx1"/>
            </a:solidFill>
          </a:ln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37760" y="549275"/>
            <a:ext cx="6561138" cy="57594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19C3A72-7CAE-129F-7490-B687280EF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646117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9933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164" y="559341"/>
            <a:ext cx="1075567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3C89FBB9-2C05-A4C1-ECB4-D6A5C4219E4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161" y="1592957"/>
            <a:ext cx="2973522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BB07A11-50DE-6BC0-0514-6E2C14A4798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16200000" flipH="1">
            <a:off x="-997746" y="4594946"/>
            <a:ext cx="270669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03ED5F49-F9F7-05A9-62AC-C9C8DF2EADE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69" y="6264201"/>
            <a:ext cx="574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1200" y="1713652"/>
            <a:ext cx="4387012" cy="46129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7" y="1713653"/>
            <a:ext cx="6533071" cy="5144347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dirty="0"/>
            </a:lvl1pPr>
          </a:lstStyle>
          <a:p>
            <a:pPr marL="285750" lvl="0" indent="-28575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64651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7BBF55A-D91F-143D-FBB6-73995F00E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0" y="4937761"/>
            <a:ext cx="6987537" cy="1353312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spcBef>
                <a:spcPts val="1000"/>
              </a:spcBef>
              <a:defRPr sz="2800" cap="none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72A4B4E-0B2F-F1BB-322A-713D1FB5F2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57400" y="549021"/>
            <a:ext cx="9455150" cy="4333875"/>
          </a:xfrm>
        </p:spPr>
        <p:txBody>
          <a:bodyPr anchor="b">
            <a:normAutofit/>
          </a:bodyPr>
          <a:lstStyle>
            <a:lvl1pPr>
              <a:defRPr sz="23200">
                <a:latin typeface="+mj-lt"/>
              </a:defRPr>
            </a:lvl1pPr>
          </a:lstStyle>
          <a:p>
            <a:pPr lvl="0"/>
            <a:r>
              <a:rPr lang="en-US"/>
              <a:t>##%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546D47F-2AE5-2705-911C-52BBD6B7D8EA}"/>
              </a:ext>
            </a:extLst>
          </p:cNvPr>
          <p:cNvCxnSpPr>
            <a:cxnSpLocks/>
          </p:cNvCxnSpPr>
          <p:nvPr/>
        </p:nvCxnSpPr>
        <p:spPr>
          <a:xfrm flipV="1">
            <a:off x="1371600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3360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228126"/>
            <a:ext cx="10652760" cy="1133856"/>
          </a:xfrm>
        </p:spPr>
        <p:txBody>
          <a:bodyPr/>
          <a:lstStyle>
            <a:lvl1pPr>
              <a:defRPr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AA4897F-B66E-DAD4-F56C-6152B417CC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624138" y="2268748"/>
            <a:ext cx="6943724" cy="3954255"/>
          </a:xfrm>
        </p:spPr>
        <p:txBody>
          <a:bodyPr anchor="ctr" anchorCtr="0">
            <a:noAutofit/>
          </a:bodyPr>
          <a:lstStyle>
            <a:lvl1pPr marL="0" indent="0" algn="ctr">
              <a:lnSpc>
                <a:spcPct val="110000"/>
              </a:lnSpc>
              <a:buNone/>
              <a:defRPr sz="4400" b="0" cap="all" baseline="0">
                <a:solidFill>
                  <a:schemeClr val="tx1"/>
                </a:solidFill>
              </a:defRPr>
            </a:lvl1pPr>
            <a:lvl2pPr marL="228600" indent="0" algn="ctr">
              <a:lnSpc>
                <a:spcPct val="110000"/>
              </a:lnSpc>
              <a:buNone/>
              <a:defRPr sz="4400" b="0" cap="all" baseline="0">
                <a:solidFill>
                  <a:schemeClr val="tx1"/>
                </a:solidFill>
              </a:defRPr>
            </a:lvl2pPr>
            <a:lvl3pPr marL="457200" indent="0" algn="ctr">
              <a:lnSpc>
                <a:spcPct val="110000"/>
              </a:lnSpc>
              <a:buNone/>
              <a:defRPr sz="4400" b="0" cap="all" baseline="0">
                <a:solidFill>
                  <a:schemeClr val="tx1"/>
                </a:solidFill>
              </a:defRPr>
            </a:lvl3pPr>
            <a:lvl4pPr marL="685800" indent="0" algn="ctr">
              <a:lnSpc>
                <a:spcPct val="110000"/>
              </a:lnSpc>
              <a:buNone/>
              <a:defRPr sz="4400" b="0" cap="all" baseline="0">
                <a:solidFill>
                  <a:schemeClr val="tx1"/>
                </a:solidFill>
              </a:defRPr>
            </a:lvl4pPr>
            <a:lvl5pPr marL="914400" indent="0" algn="ctr">
              <a:lnSpc>
                <a:spcPct val="110000"/>
              </a:lnSpc>
              <a:buNone/>
              <a:defRPr sz="4400" b="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  <p:sp>
        <p:nvSpPr>
          <p:cNvPr id="6" name="Freeform: Shape 15">
            <a:extLst>
              <a:ext uri="{FF2B5EF4-FFF2-40B4-BE49-F238E27FC236}">
                <a16:creationId xmlns:a16="http://schemas.microsoft.com/office/drawing/2014/main" id="{8EFA7EFC-C6F9-B1D5-025F-824C1CE9A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3057205" y="-1430380"/>
            <a:ext cx="6077590" cy="10510705"/>
          </a:xfrm>
          <a:custGeom>
            <a:avLst/>
            <a:gdLst>
              <a:gd name="connsiteX0" fmla="*/ 5325805 w 5325805"/>
              <a:gd name="connsiteY0" fmla="*/ 2714782 h 5429563"/>
              <a:gd name="connsiteX1" fmla="*/ 2611024 w 5325805"/>
              <a:gd name="connsiteY1" fmla="*/ 5429563 h 5429563"/>
              <a:gd name="connsiteX2" fmla="*/ 1942188 w 5325805"/>
              <a:gd name="connsiteY2" fmla="*/ 5429563 h 5429563"/>
              <a:gd name="connsiteX3" fmla="*/ 668836 w 5325805"/>
              <a:gd name="connsiteY3" fmla="*/ 5429563 h 5429563"/>
              <a:gd name="connsiteX4" fmla="*/ 0 w 5325805"/>
              <a:gd name="connsiteY4" fmla="*/ 5429563 h 5429563"/>
              <a:gd name="connsiteX5" fmla="*/ 0 w 5325805"/>
              <a:gd name="connsiteY5" fmla="*/ 0 h 5429563"/>
              <a:gd name="connsiteX6" fmla="*/ 668836 w 5325805"/>
              <a:gd name="connsiteY6" fmla="*/ 0 h 5429563"/>
              <a:gd name="connsiteX7" fmla="*/ 1942188 w 5325805"/>
              <a:gd name="connsiteY7" fmla="*/ 0 h 5429563"/>
              <a:gd name="connsiteX8" fmla="*/ 2611024 w 5325805"/>
              <a:gd name="connsiteY8" fmla="*/ 0 h 5429563"/>
              <a:gd name="connsiteX9" fmla="*/ 5325805 w 5325805"/>
              <a:gd name="connsiteY9" fmla="*/ 2714782 h 5429563"/>
              <a:gd name="connsiteX0" fmla="*/ 668836 w 5325805"/>
              <a:gd name="connsiteY0" fmla="*/ 5429563 h 5476799"/>
              <a:gd name="connsiteX1" fmla="*/ 0 w 5325805"/>
              <a:gd name="connsiteY1" fmla="*/ 5429563 h 5476799"/>
              <a:gd name="connsiteX2" fmla="*/ 0 w 5325805"/>
              <a:gd name="connsiteY2" fmla="*/ 0 h 5476799"/>
              <a:gd name="connsiteX3" fmla="*/ 668836 w 5325805"/>
              <a:gd name="connsiteY3" fmla="*/ 0 h 5476799"/>
              <a:gd name="connsiteX4" fmla="*/ 1942188 w 5325805"/>
              <a:gd name="connsiteY4" fmla="*/ 0 h 5476799"/>
              <a:gd name="connsiteX5" fmla="*/ 2611024 w 5325805"/>
              <a:gd name="connsiteY5" fmla="*/ 0 h 5476799"/>
              <a:gd name="connsiteX6" fmla="*/ 5325805 w 5325805"/>
              <a:gd name="connsiteY6" fmla="*/ 2714782 h 5476799"/>
              <a:gd name="connsiteX7" fmla="*/ 2611024 w 5325805"/>
              <a:gd name="connsiteY7" fmla="*/ 5429563 h 5476799"/>
              <a:gd name="connsiteX8" fmla="*/ 1942188 w 5325805"/>
              <a:gd name="connsiteY8" fmla="*/ 5429563 h 5476799"/>
              <a:gd name="connsiteX9" fmla="*/ 716072 w 5325805"/>
              <a:gd name="connsiteY9" fmla="*/ 5476799 h 5476799"/>
              <a:gd name="connsiteX0" fmla="*/ 668836 w 5325805"/>
              <a:gd name="connsiteY0" fmla="*/ 5429563 h 5429563"/>
              <a:gd name="connsiteX1" fmla="*/ 0 w 5325805"/>
              <a:gd name="connsiteY1" fmla="*/ 5429563 h 5429563"/>
              <a:gd name="connsiteX2" fmla="*/ 0 w 5325805"/>
              <a:gd name="connsiteY2" fmla="*/ 0 h 5429563"/>
              <a:gd name="connsiteX3" fmla="*/ 668836 w 5325805"/>
              <a:gd name="connsiteY3" fmla="*/ 0 h 5429563"/>
              <a:gd name="connsiteX4" fmla="*/ 1942188 w 5325805"/>
              <a:gd name="connsiteY4" fmla="*/ 0 h 5429563"/>
              <a:gd name="connsiteX5" fmla="*/ 2611024 w 5325805"/>
              <a:gd name="connsiteY5" fmla="*/ 0 h 5429563"/>
              <a:gd name="connsiteX6" fmla="*/ 5325805 w 5325805"/>
              <a:gd name="connsiteY6" fmla="*/ 2714782 h 5429563"/>
              <a:gd name="connsiteX7" fmla="*/ 2611024 w 5325805"/>
              <a:gd name="connsiteY7" fmla="*/ 5429563 h 5429563"/>
              <a:gd name="connsiteX8" fmla="*/ 1942188 w 5325805"/>
              <a:gd name="connsiteY8" fmla="*/ 5429563 h 5429563"/>
              <a:gd name="connsiteX0" fmla="*/ 0 w 5325805"/>
              <a:gd name="connsiteY0" fmla="*/ 5429563 h 5429563"/>
              <a:gd name="connsiteX1" fmla="*/ 0 w 5325805"/>
              <a:gd name="connsiteY1" fmla="*/ 0 h 5429563"/>
              <a:gd name="connsiteX2" fmla="*/ 668836 w 5325805"/>
              <a:gd name="connsiteY2" fmla="*/ 0 h 5429563"/>
              <a:gd name="connsiteX3" fmla="*/ 1942188 w 5325805"/>
              <a:gd name="connsiteY3" fmla="*/ 0 h 5429563"/>
              <a:gd name="connsiteX4" fmla="*/ 2611024 w 5325805"/>
              <a:gd name="connsiteY4" fmla="*/ 0 h 5429563"/>
              <a:gd name="connsiteX5" fmla="*/ 5325805 w 5325805"/>
              <a:gd name="connsiteY5" fmla="*/ 2714782 h 5429563"/>
              <a:gd name="connsiteX6" fmla="*/ 2611024 w 5325805"/>
              <a:gd name="connsiteY6" fmla="*/ 5429563 h 5429563"/>
              <a:gd name="connsiteX7" fmla="*/ 1942188 w 5325805"/>
              <a:gd name="connsiteY7" fmla="*/ 5429563 h 5429563"/>
              <a:gd name="connsiteX0" fmla="*/ 0 w 5325805"/>
              <a:gd name="connsiteY0" fmla="*/ 0 h 5429563"/>
              <a:gd name="connsiteX1" fmla="*/ 668836 w 5325805"/>
              <a:gd name="connsiteY1" fmla="*/ 0 h 5429563"/>
              <a:gd name="connsiteX2" fmla="*/ 1942188 w 5325805"/>
              <a:gd name="connsiteY2" fmla="*/ 0 h 5429563"/>
              <a:gd name="connsiteX3" fmla="*/ 2611024 w 5325805"/>
              <a:gd name="connsiteY3" fmla="*/ 0 h 5429563"/>
              <a:gd name="connsiteX4" fmla="*/ 5325805 w 5325805"/>
              <a:gd name="connsiteY4" fmla="*/ 2714782 h 5429563"/>
              <a:gd name="connsiteX5" fmla="*/ 2611024 w 5325805"/>
              <a:gd name="connsiteY5" fmla="*/ 5429563 h 5429563"/>
              <a:gd name="connsiteX6" fmla="*/ 1942188 w 5325805"/>
              <a:gd name="connsiteY6" fmla="*/ 5429563 h 5429563"/>
              <a:gd name="connsiteX0" fmla="*/ 0 w 4656969"/>
              <a:gd name="connsiteY0" fmla="*/ 0 h 5429563"/>
              <a:gd name="connsiteX1" fmla="*/ 1273352 w 4656969"/>
              <a:gd name="connsiteY1" fmla="*/ 0 h 5429563"/>
              <a:gd name="connsiteX2" fmla="*/ 1942188 w 4656969"/>
              <a:gd name="connsiteY2" fmla="*/ 0 h 5429563"/>
              <a:gd name="connsiteX3" fmla="*/ 4656969 w 4656969"/>
              <a:gd name="connsiteY3" fmla="*/ 2714782 h 5429563"/>
              <a:gd name="connsiteX4" fmla="*/ 1942188 w 4656969"/>
              <a:gd name="connsiteY4" fmla="*/ 5429563 h 5429563"/>
              <a:gd name="connsiteX5" fmla="*/ 1273352 w 4656969"/>
              <a:gd name="connsiteY5" fmla="*/ 5429563 h 5429563"/>
              <a:gd name="connsiteX0" fmla="*/ 0 w 3383617"/>
              <a:gd name="connsiteY0" fmla="*/ 0 h 5429563"/>
              <a:gd name="connsiteX1" fmla="*/ 668836 w 3383617"/>
              <a:gd name="connsiteY1" fmla="*/ 0 h 5429563"/>
              <a:gd name="connsiteX2" fmla="*/ 3383617 w 3383617"/>
              <a:gd name="connsiteY2" fmla="*/ 2714782 h 5429563"/>
              <a:gd name="connsiteX3" fmla="*/ 668836 w 3383617"/>
              <a:gd name="connsiteY3" fmla="*/ 5429563 h 5429563"/>
              <a:gd name="connsiteX4" fmla="*/ 0 w 3383617"/>
              <a:gd name="connsiteY4" fmla="*/ 5429563 h 5429563"/>
              <a:gd name="connsiteX0" fmla="*/ 0 w 3383617"/>
              <a:gd name="connsiteY0" fmla="*/ 0 h 5429563"/>
              <a:gd name="connsiteX1" fmla="*/ 248198 w 3383617"/>
              <a:gd name="connsiteY1" fmla="*/ 41 h 5429563"/>
              <a:gd name="connsiteX2" fmla="*/ 668836 w 3383617"/>
              <a:gd name="connsiteY2" fmla="*/ 0 h 5429563"/>
              <a:gd name="connsiteX3" fmla="*/ 3383617 w 3383617"/>
              <a:gd name="connsiteY3" fmla="*/ 2714782 h 5429563"/>
              <a:gd name="connsiteX4" fmla="*/ 668836 w 3383617"/>
              <a:gd name="connsiteY4" fmla="*/ 5429563 h 5429563"/>
              <a:gd name="connsiteX5" fmla="*/ 0 w 3383617"/>
              <a:gd name="connsiteY5" fmla="*/ 5429563 h 5429563"/>
              <a:gd name="connsiteX0" fmla="*/ 248198 w 3383617"/>
              <a:gd name="connsiteY0" fmla="*/ 41 h 5429563"/>
              <a:gd name="connsiteX1" fmla="*/ 668836 w 3383617"/>
              <a:gd name="connsiteY1" fmla="*/ 0 h 5429563"/>
              <a:gd name="connsiteX2" fmla="*/ 3383617 w 3383617"/>
              <a:gd name="connsiteY2" fmla="*/ 2714782 h 5429563"/>
              <a:gd name="connsiteX3" fmla="*/ 668836 w 3383617"/>
              <a:gd name="connsiteY3" fmla="*/ 5429563 h 5429563"/>
              <a:gd name="connsiteX4" fmla="*/ 0 w 3383617"/>
              <a:gd name="connsiteY4" fmla="*/ 5429563 h 5429563"/>
              <a:gd name="connsiteX0" fmla="*/ 4110 w 3139529"/>
              <a:gd name="connsiteY0" fmla="*/ 41 h 5429563"/>
              <a:gd name="connsiteX1" fmla="*/ 424748 w 3139529"/>
              <a:gd name="connsiteY1" fmla="*/ 0 h 5429563"/>
              <a:gd name="connsiteX2" fmla="*/ 3139529 w 3139529"/>
              <a:gd name="connsiteY2" fmla="*/ 2714782 h 5429563"/>
              <a:gd name="connsiteX3" fmla="*/ 424748 w 3139529"/>
              <a:gd name="connsiteY3" fmla="*/ 5429563 h 5429563"/>
              <a:gd name="connsiteX4" fmla="*/ 0 w 3139529"/>
              <a:gd name="connsiteY4" fmla="*/ 5429563 h 5429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39529" h="5429563">
                <a:moveTo>
                  <a:pt x="4110" y="41"/>
                </a:moveTo>
                <a:lnTo>
                  <a:pt x="424748" y="0"/>
                </a:lnTo>
                <a:cubicBezTo>
                  <a:pt x="1924080" y="0"/>
                  <a:pt x="3139529" y="1215450"/>
                  <a:pt x="3139529" y="2714782"/>
                </a:cubicBezTo>
                <a:cubicBezTo>
                  <a:pt x="3139529" y="4214114"/>
                  <a:pt x="1924080" y="5429563"/>
                  <a:pt x="424748" y="5429563"/>
                </a:cubicBezTo>
                <a:lnTo>
                  <a:pt x="0" y="5429563"/>
                </a:lnTo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34619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6D87B9B-22A3-322E-B7E8-223255AD09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40168" y="5669280"/>
            <a:ext cx="6311664" cy="466344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spcBef>
                <a:spcPts val="1000"/>
              </a:spcBef>
              <a:defRPr sz="1800" cap="all" baseline="0"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6A9BC83F-8FE5-5223-2B3A-6E122D33630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597135" y="1744578"/>
            <a:ext cx="6997730" cy="3507906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6000" cap="all" baseline="0">
                <a:latin typeface="+mn-lt"/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  <p:sp>
        <p:nvSpPr>
          <p:cNvPr id="9" name="Freeform: Shape 15">
            <a:extLst>
              <a:ext uri="{FF2B5EF4-FFF2-40B4-BE49-F238E27FC236}">
                <a16:creationId xmlns:a16="http://schemas.microsoft.com/office/drawing/2014/main" id="{9F353A57-FA3C-A68C-4908-E774A52CB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2811380" y="-1681974"/>
            <a:ext cx="6569242" cy="10510705"/>
          </a:xfrm>
          <a:custGeom>
            <a:avLst/>
            <a:gdLst>
              <a:gd name="connsiteX0" fmla="*/ 5325805 w 5325805"/>
              <a:gd name="connsiteY0" fmla="*/ 2714782 h 5429563"/>
              <a:gd name="connsiteX1" fmla="*/ 2611024 w 5325805"/>
              <a:gd name="connsiteY1" fmla="*/ 5429563 h 5429563"/>
              <a:gd name="connsiteX2" fmla="*/ 1942188 w 5325805"/>
              <a:gd name="connsiteY2" fmla="*/ 5429563 h 5429563"/>
              <a:gd name="connsiteX3" fmla="*/ 668836 w 5325805"/>
              <a:gd name="connsiteY3" fmla="*/ 5429563 h 5429563"/>
              <a:gd name="connsiteX4" fmla="*/ 0 w 5325805"/>
              <a:gd name="connsiteY4" fmla="*/ 5429563 h 5429563"/>
              <a:gd name="connsiteX5" fmla="*/ 0 w 5325805"/>
              <a:gd name="connsiteY5" fmla="*/ 0 h 5429563"/>
              <a:gd name="connsiteX6" fmla="*/ 668836 w 5325805"/>
              <a:gd name="connsiteY6" fmla="*/ 0 h 5429563"/>
              <a:gd name="connsiteX7" fmla="*/ 1942188 w 5325805"/>
              <a:gd name="connsiteY7" fmla="*/ 0 h 5429563"/>
              <a:gd name="connsiteX8" fmla="*/ 2611024 w 5325805"/>
              <a:gd name="connsiteY8" fmla="*/ 0 h 5429563"/>
              <a:gd name="connsiteX9" fmla="*/ 5325805 w 5325805"/>
              <a:gd name="connsiteY9" fmla="*/ 2714782 h 5429563"/>
              <a:gd name="connsiteX0" fmla="*/ 668836 w 5325805"/>
              <a:gd name="connsiteY0" fmla="*/ 5429563 h 5476799"/>
              <a:gd name="connsiteX1" fmla="*/ 0 w 5325805"/>
              <a:gd name="connsiteY1" fmla="*/ 5429563 h 5476799"/>
              <a:gd name="connsiteX2" fmla="*/ 0 w 5325805"/>
              <a:gd name="connsiteY2" fmla="*/ 0 h 5476799"/>
              <a:gd name="connsiteX3" fmla="*/ 668836 w 5325805"/>
              <a:gd name="connsiteY3" fmla="*/ 0 h 5476799"/>
              <a:gd name="connsiteX4" fmla="*/ 1942188 w 5325805"/>
              <a:gd name="connsiteY4" fmla="*/ 0 h 5476799"/>
              <a:gd name="connsiteX5" fmla="*/ 2611024 w 5325805"/>
              <a:gd name="connsiteY5" fmla="*/ 0 h 5476799"/>
              <a:gd name="connsiteX6" fmla="*/ 5325805 w 5325805"/>
              <a:gd name="connsiteY6" fmla="*/ 2714782 h 5476799"/>
              <a:gd name="connsiteX7" fmla="*/ 2611024 w 5325805"/>
              <a:gd name="connsiteY7" fmla="*/ 5429563 h 5476799"/>
              <a:gd name="connsiteX8" fmla="*/ 1942188 w 5325805"/>
              <a:gd name="connsiteY8" fmla="*/ 5429563 h 5476799"/>
              <a:gd name="connsiteX9" fmla="*/ 716072 w 5325805"/>
              <a:gd name="connsiteY9" fmla="*/ 5476799 h 5476799"/>
              <a:gd name="connsiteX0" fmla="*/ 668836 w 5325805"/>
              <a:gd name="connsiteY0" fmla="*/ 5429563 h 5429563"/>
              <a:gd name="connsiteX1" fmla="*/ 0 w 5325805"/>
              <a:gd name="connsiteY1" fmla="*/ 5429563 h 5429563"/>
              <a:gd name="connsiteX2" fmla="*/ 0 w 5325805"/>
              <a:gd name="connsiteY2" fmla="*/ 0 h 5429563"/>
              <a:gd name="connsiteX3" fmla="*/ 668836 w 5325805"/>
              <a:gd name="connsiteY3" fmla="*/ 0 h 5429563"/>
              <a:gd name="connsiteX4" fmla="*/ 1942188 w 5325805"/>
              <a:gd name="connsiteY4" fmla="*/ 0 h 5429563"/>
              <a:gd name="connsiteX5" fmla="*/ 2611024 w 5325805"/>
              <a:gd name="connsiteY5" fmla="*/ 0 h 5429563"/>
              <a:gd name="connsiteX6" fmla="*/ 5325805 w 5325805"/>
              <a:gd name="connsiteY6" fmla="*/ 2714782 h 5429563"/>
              <a:gd name="connsiteX7" fmla="*/ 2611024 w 5325805"/>
              <a:gd name="connsiteY7" fmla="*/ 5429563 h 5429563"/>
              <a:gd name="connsiteX8" fmla="*/ 1942188 w 5325805"/>
              <a:gd name="connsiteY8" fmla="*/ 5429563 h 5429563"/>
              <a:gd name="connsiteX0" fmla="*/ 0 w 5325805"/>
              <a:gd name="connsiteY0" fmla="*/ 5429563 h 5429563"/>
              <a:gd name="connsiteX1" fmla="*/ 0 w 5325805"/>
              <a:gd name="connsiteY1" fmla="*/ 0 h 5429563"/>
              <a:gd name="connsiteX2" fmla="*/ 668836 w 5325805"/>
              <a:gd name="connsiteY2" fmla="*/ 0 h 5429563"/>
              <a:gd name="connsiteX3" fmla="*/ 1942188 w 5325805"/>
              <a:gd name="connsiteY3" fmla="*/ 0 h 5429563"/>
              <a:gd name="connsiteX4" fmla="*/ 2611024 w 5325805"/>
              <a:gd name="connsiteY4" fmla="*/ 0 h 5429563"/>
              <a:gd name="connsiteX5" fmla="*/ 5325805 w 5325805"/>
              <a:gd name="connsiteY5" fmla="*/ 2714782 h 5429563"/>
              <a:gd name="connsiteX6" fmla="*/ 2611024 w 5325805"/>
              <a:gd name="connsiteY6" fmla="*/ 5429563 h 5429563"/>
              <a:gd name="connsiteX7" fmla="*/ 1942188 w 5325805"/>
              <a:gd name="connsiteY7" fmla="*/ 5429563 h 5429563"/>
              <a:gd name="connsiteX0" fmla="*/ 0 w 5325805"/>
              <a:gd name="connsiteY0" fmla="*/ 0 h 5429563"/>
              <a:gd name="connsiteX1" fmla="*/ 668836 w 5325805"/>
              <a:gd name="connsiteY1" fmla="*/ 0 h 5429563"/>
              <a:gd name="connsiteX2" fmla="*/ 1942188 w 5325805"/>
              <a:gd name="connsiteY2" fmla="*/ 0 h 5429563"/>
              <a:gd name="connsiteX3" fmla="*/ 2611024 w 5325805"/>
              <a:gd name="connsiteY3" fmla="*/ 0 h 5429563"/>
              <a:gd name="connsiteX4" fmla="*/ 5325805 w 5325805"/>
              <a:gd name="connsiteY4" fmla="*/ 2714782 h 5429563"/>
              <a:gd name="connsiteX5" fmla="*/ 2611024 w 5325805"/>
              <a:gd name="connsiteY5" fmla="*/ 5429563 h 5429563"/>
              <a:gd name="connsiteX6" fmla="*/ 1942188 w 5325805"/>
              <a:gd name="connsiteY6" fmla="*/ 5429563 h 5429563"/>
              <a:gd name="connsiteX0" fmla="*/ 0 w 4656969"/>
              <a:gd name="connsiteY0" fmla="*/ 0 h 5429563"/>
              <a:gd name="connsiteX1" fmla="*/ 1273352 w 4656969"/>
              <a:gd name="connsiteY1" fmla="*/ 0 h 5429563"/>
              <a:gd name="connsiteX2" fmla="*/ 1942188 w 4656969"/>
              <a:gd name="connsiteY2" fmla="*/ 0 h 5429563"/>
              <a:gd name="connsiteX3" fmla="*/ 4656969 w 4656969"/>
              <a:gd name="connsiteY3" fmla="*/ 2714782 h 5429563"/>
              <a:gd name="connsiteX4" fmla="*/ 1942188 w 4656969"/>
              <a:gd name="connsiteY4" fmla="*/ 5429563 h 5429563"/>
              <a:gd name="connsiteX5" fmla="*/ 1273352 w 4656969"/>
              <a:gd name="connsiteY5" fmla="*/ 5429563 h 5429563"/>
              <a:gd name="connsiteX0" fmla="*/ 0 w 3383617"/>
              <a:gd name="connsiteY0" fmla="*/ 0 h 5429563"/>
              <a:gd name="connsiteX1" fmla="*/ 668836 w 3383617"/>
              <a:gd name="connsiteY1" fmla="*/ 0 h 5429563"/>
              <a:gd name="connsiteX2" fmla="*/ 3383617 w 3383617"/>
              <a:gd name="connsiteY2" fmla="*/ 2714782 h 5429563"/>
              <a:gd name="connsiteX3" fmla="*/ 668836 w 3383617"/>
              <a:gd name="connsiteY3" fmla="*/ 5429563 h 5429563"/>
              <a:gd name="connsiteX4" fmla="*/ 0 w 3383617"/>
              <a:gd name="connsiteY4" fmla="*/ 5429563 h 5429563"/>
              <a:gd name="connsiteX0" fmla="*/ 0 w 3383617"/>
              <a:gd name="connsiteY0" fmla="*/ 0 h 5429563"/>
              <a:gd name="connsiteX1" fmla="*/ 248198 w 3383617"/>
              <a:gd name="connsiteY1" fmla="*/ 41 h 5429563"/>
              <a:gd name="connsiteX2" fmla="*/ 668836 w 3383617"/>
              <a:gd name="connsiteY2" fmla="*/ 0 h 5429563"/>
              <a:gd name="connsiteX3" fmla="*/ 3383617 w 3383617"/>
              <a:gd name="connsiteY3" fmla="*/ 2714782 h 5429563"/>
              <a:gd name="connsiteX4" fmla="*/ 668836 w 3383617"/>
              <a:gd name="connsiteY4" fmla="*/ 5429563 h 5429563"/>
              <a:gd name="connsiteX5" fmla="*/ 0 w 3383617"/>
              <a:gd name="connsiteY5" fmla="*/ 5429563 h 5429563"/>
              <a:gd name="connsiteX0" fmla="*/ 248198 w 3383617"/>
              <a:gd name="connsiteY0" fmla="*/ 41 h 5429563"/>
              <a:gd name="connsiteX1" fmla="*/ 668836 w 3383617"/>
              <a:gd name="connsiteY1" fmla="*/ 0 h 5429563"/>
              <a:gd name="connsiteX2" fmla="*/ 3383617 w 3383617"/>
              <a:gd name="connsiteY2" fmla="*/ 2714782 h 5429563"/>
              <a:gd name="connsiteX3" fmla="*/ 668836 w 3383617"/>
              <a:gd name="connsiteY3" fmla="*/ 5429563 h 5429563"/>
              <a:gd name="connsiteX4" fmla="*/ 0 w 3383617"/>
              <a:gd name="connsiteY4" fmla="*/ 5429563 h 5429563"/>
              <a:gd name="connsiteX0" fmla="*/ 4110 w 3139529"/>
              <a:gd name="connsiteY0" fmla="*/ 41 h 5429563"/>
              <a:gd name="connsiteX1" fmla="*/ 424748 w 3139529"/>
              <a:gd name="connsiteY1" fmla="*/ 0 h 5429563"/>
              <a:gd name="connsiteX2" fmla="*/ 3139529 w 3139529"/>
              <a:gd name="connsiteY2" fmla="*/ 2714782 h 5429563"/>
              <a:gd name="connsiteX3" fmla="*/ 424748 w 3139529"/>
              <a:gd name="connsiteY3" fmla="*/ 5429563 h 5429563"/>
              <a:gd name="connsiteX4" fmla="*/ 0 w 3139529"/>
              <a:gd name="connsiteY4" fmla="*/ 5429563 h 5429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39529" h="5429563">
                <a:moveTo>
                  <a:pt x="4110" y="41"/>
                </a:moveTo>
                <a:lnTo>
                  <a:pt x="424748" y="0"/>
                </a:lnTo>
                <a:cubicBezTo>
                  <a:pt x="1924080" y="0"/>
                  <a:pt x="3139529" y="1215450"/>
                  <a:pt x="3139529" y="2714782"/>
                </a:cubicBezTo>
                <a:cubicBezTo>
                  <a:pt x="3139529" y="4214114"/>
                  <a:pt x="1924080" y="5429563"/>
                  <a:pt x="424748" y="5429563"/>
                </a:cubicBezTo>
                <a:lnTo>
                  <a:pt x="0" y="5429563"/>
                </a:lnTo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5566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65760"/>
            <a:ext cx="10741152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72FE6B-A4D8-8ED7-89D7-5E7F2C5B8F5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31838" y="2103438"/>
            <a:ext cx="5181600" cy="4351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86405AE-ED31-677D-86D8-01EAD583735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84947" y="2103121"/>
            <a:ext cx="5181600" cy="4351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62816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85A6F3D-6630-C2E0-DC0A-6D2C0AACF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65760"/>
            <a:ext cx="10741152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520" y="2103120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9C38DBB1-A1FA-A460-88C8-B05F1570CA9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31838" y="2743200"/>
            <a:ext cx="5157187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9360" y="2103120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82D763CC-A010-6A2B-FEF3-388EAC8417D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09361" y="274320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05743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0796BC8-E1B7-E6D6-E86F-4A5CAECDF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65760"/>
            <a:ext cx="10741152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35509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17244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57200"/>
            <a:ext cx="7342307" cy="1133856"/>
          </a:xfrm>
          <a:noFill/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2624328"/>
            <a:ext cx="10424160" cy="3200400"/>
          </a:xfrm>
          <a:noFill/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651527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6">
            <a:extLst>
              <a:ext uri="{FF2B5EF4-FFF2-40B4-BE49-F238E27FC236}">
                <a16:creationId xmlns:a16="http://schemas.microsoft.com/office/drawing/2014/main" id="{CE8CC034-C652-239B-0064-9B0543AC2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65760"/>
            <a:ext cx="10741152" cy="1132258"/>
          </a:xfrm>
        </p:spPr>
        <p:txBody>
          <a:bodyPr/>
          <a:lstStyle>
            <a:lvl1pPr>
              <a:defRPr lang="en-US" dirty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D051F68D-E2E5-C625-0273-281CE6D4939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1520" y="2301836"/>
            <a:ext cx="10741150" cy="3921165"/>
          </a:xfrm>
          <a:noFill/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3831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B7C83-EB9C-A44E-3619-1F8BC291E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94350-1731-0A27-4342-6E218DF84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2183CA-9B66-B0B6-9302-57272FDA8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BE23C8-B0E5-B336-EE3A-404E93E2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0835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476A66-BE83-43F9-A28B-02DF7879A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4990"/>
            <a:ext cx="10515600" cy="11168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CB382-EE11-430D-941A-DB76EEB7F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 flipH="1">
            <a:off x="-1131161" y="1592957"/>
            <a:ext cx="29735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D76E94-F276-4F0F-8DD9-B1F8A3198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061469"/>
            <a:ext cx="10515600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D964E-3A2E-4DB9-B96A-EDE144A47B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25981" y="4687095"/>
            <a:ext cx="27066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>
                <a:solidFill>
                  <a:schemeClr val="tx1"/>
                </a:solidFill>
              </a:defRPr>
            </a:lvl1pPr>
          </a:lstStyle>
          <a:p>
            <a:fld id="{E93A079C-112B-4DD4-8298-5A549DA5C294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562FE-ACD1-43F2-A3DE-5B11E10B7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2296" y="6356350"/>
            <a:ext cx="5746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1000">
                <a:solidFill>
                  <a:schemeClr val="tx1"/>
                </a:solidFill>
              </a:defRPr>
            </a:lvl1pPr>
          </a:lstStyle>
          <a:p>
            <a:fld id="{6061B7BC-E956-47DD-88DA-746D2BDE1A13}" type="slidenum">
              <a:rPr lang="en-IN" smtClean="0"/>
              <a:t>‹#›</a:t>
            </a:fld>
            <a:endParaRPr lang="en-IN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EB34A3B-1FD5-48FF-9982-1E64C864C01D}"/>
              </a:ext>
            </a:extLst>
          </p:cNvPr>
          <p:cNvCxnSpPr>
            <a:cxnSpLocks/>
          </p:cNvCxnSpPr>
          <p:nvPr/>
        </p:nvCxnSpPr>
        <p:spPr>
          <a:xfrm flipH="1">
            <a:off x="4" y="1824111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6289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SzPct val="80000"/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600" i="1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28">
          <p15:clr>
            <a:srgbClr val="F26B43"/>
          </p15:clr>
        </p15:guide>
        <p15:guide id="2" pos="528">
          <p15:clr>
            <a:srgbClr val="F26B43"/>
          </p15:clr>
        </p15:guide>
        <p15:guide id="3" orient="horz" pos="3792">
          <p15:clr>
            <a:srgbClr val="F26B43"/>
          </p15:clr>
        </p15:guide>
        <p15:guide id="4" pos="715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A4F770-AF88-3A32-8414-BE3E1B313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2295537"/>
            <a:ext cx="3832910" cy="2266925"/>
          </a:xfrm>
        </p:spPr>
        <p:txBody>
          <a:bodyPr>
            <a:normAutofit/>
          </a:bodyPr>
          <a:lstStyle/>
          <a:p>
            <a:r>
              <a:rPr lang="en-US" sz="3600" dirty="0"/>
              <a:t>DIGITAL DESIGN AND COMPUTER ARCHITECTURE</a:t>
            </a:r>
            <a:endParaRPr lang="en-IN" sz="36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15FECD-D610-DF5F-4FF8-1789745197A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78731" y="1651000"/>
            <a:ext cx="4956175" cy="3556000"/>
          </a:xfrm>
        </p:spPr>
        <p:txBody>
          <a:bodyPr/>
          <a:lstStyle/>
          <a:p>
            <a:r>
              <a:rPr lang="en-US" b="1" dirty="0"/>
              <a:t>DESIGN AND SIMULATION OF A MULTI-BIT BINARY ADDER AND SUBTRACTOR</a:t>
            </a:r>
          </a:p>
          <a:p>
            <a:endParaRPr lang="en-US" dirty="0"/>
          </a:p>
          <a:p>
            <a:r>
              <a:rPr lang="en-US" b="1" dirty="0"/>
              <a:t>PRESENTED BY:</a:t>
            </a:r>
          </a:p>
          <a:p>
            <a:pPr marL="342900" indent="-342900">
              <a:buAutoNum type="arabicPeriod"/>
            </a:pPr>
            <a:r>
              <a:rPr lang="en-US" dirty="0"/>
              <a:t>Nikhil Srivatsa(2620090029)</a:t>
            </a:r>
          </a:p>
          <a:p>
            <a:pPr marL="342900" indent="-342900">
              <a:buAutoNum type="arabicPeriod"/>
            </a:pPr>
            <a:r>
              <a:rPr lang="en-US" dirty="0"/>
              <a:t>Sri Vishwa Chaitanya(2620090032)</a:t>
            </a:r>
          </a:p>
          <a:p>
            <a:pPr marL="342900" indent="-342900">
              <a:buAutoNum type="arabicPeriod"/>
            </a:pPr>
            <a:r>
              <a:rPr lang="en-US" dirty="0"/>
              <a:t>Vinod Kumar(2620090068)</a:t>
            </a:r>
          </a:p>
          <a:p>
            <a:pPr marL="342900" indent="-342900">
              <a:buAutoNum type="arabicPeriod"/>
            </a:pPr>
            <a:r>
              <a:rPr lang="en-US" dirty="0"/>
              <a:t>Jashwanth Poorna Sai(2620090097)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0200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26271F-B1C5-4BCA-4027-761B30E20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dirty="0">
                <a:latin typeface="Arial Rounded MT Bold" panose="020F0704030504030204" pitchFamily="34" charset="0"/>
              </a:rPr>
              <a:t>DESIGN AND SIMULATION OF A MULTI-BIT BINARY ADDER AND SUBTRACTOR</a:t>
            </a:r>
            <a:endParaRPr lang="en-IN" sz="4000" dirty="0">
              <a:latin typeface="Arial Rounded MT Bold" panose="020F0704030504030204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F80451-4E41-BA39-F65F-718377A21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r>
              <a:rPr lang="en-IN" sz="3600" dirty="0"/>
              <a:t>A multi-bit binary adder–subtractor is a combinational circuit that can perform both addition and subtraction of binary numbers using the same hardware, controlled by a single input signal. It is widely used in Arithmetic Logic Units (ALUs) of processors.</a:t>
            </a:r>
          </a:p>
        </p:txBody>
      </p:sp>
    </p:spTree>
    <p:extLst>
      <p:ext uri="{BB962C8B-B14F-4D97-AF65-F5344CB8AC3E}">
        <p14:creationId xmlns:p14="http://schemas.microsoft.com/office/powerpoint/2010/main" val="2617342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EEFB54-327F-B3FD-50A3-EEF574D96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ADDER AND SUBTRACTOR</a:t>
            </a: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A6B01C-2271-043B-0F44-7D261E1F9CC7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IN" dirty="0">
                <a:latin typeface="Arial Rounded MT Bold" panose="020F0704030504030204" pitchFamily="34" charset="0"/>
              </a:rPr>
              <a:t>                          Binary Adder</a:t>
            </a:r>
          </a:p>
          <a:p>
            <a:pPr lvl="0"/>
            <a:endParaRPr lang="en-IN" b="1" dirty="0"/>
          </a:p>
          <a:p>
            <a:pPr lvl="0"/>
            <a:r>
              <a:rPr lang="en-IN" b="1" dirty="0"/>
              <a:t>Definition</a:t>
            </a:r>
            <a:r>
              <a:rPr lang="en-IN" dirty="0"/>
              <a:t>: A circuit that adds two binary numbers.</a:t>
            </a:r>
          </a:p>
          <a:p>
            <a:pPr lvl="0"/>
            <a:r>
              <a:rPr lang="en-IN" b="1" dirty="0"/>
              <a:t>Types</a:t>
            </a:r>
            <a:r>
              <a:rPr lang="en-IN" dirty="0"/>
              <a:t>:</a:t>
            </a:r>
          </a:p>
          <a:p>
            <a:pPr lvl="1"/>
            <a:r>
              <a:rPr lang="en-IN" b="1" dirty="0"/>
              <a:t>Half Adder</a:t>
            </a:r>
            <a:r>
              <a:rPr lang="en-IN" dirty="0"/>
              <a:t>: Adds two 1-bit inputs → outputs Sum &amp; Carry.</a:t>
            </a:r>
          </a:p>
          <a:p>
            <a:pPr lvl="1"/>
            <a:r>
              <a:rPr lang="en-IN" b="1" dirty="0"/>
              <a:t>Full Adder</a:t>
            </a:r>
            <a:r>
              <a:rPr lang="en-IN" dirty="0"/>
              <a:t>: Adds three inputs (two bits + carry-in) → outputs Sum &amp; Carry-out.</a:t>
            </a:r>
          </a:p>
          <a:p>
            <a:pPr lvl="0"/>
            <a:r>
              <a:rPr lang="en-IN" b="1" dirty="0"/>
              <a:t>Multi-bit Addition</a:t>
            </a:r>
            <a:r>
              <a:rPr lang="en-IN" dirty="0"/>
              <a:t>: Achieved by connecting several full adders in series (Ripple-Carry Adder).</a:t>
            </a:r>
          </a:p>
          <a:p>
            <a:endParaRPr lang="en-IN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1F0C3C-CA0E-1656-282A-E93601721CE7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r>
              <a:rPr lang="en-IN" dirty="0">
                <a:latin typeface="Arial Rounded MT Bold" panose="020F0704030504030204" pitchFamily="34" charset="0"/>
              </a:rPr>
              <a:t>                         Binary Subtractor</a:t>
            </a:r>
          </a:p>
          <a:p>
            <a:pPr lvl="0"/>
            <a:endParaRPr lang="en-IN" b="1" dirty="0"/>
          </a:p>
          <a:p>
            <a:pPr lvl="0"/>
            <a:r>
              <a:rPr lang="en-IN" b="1" dirty="0"/>
              <a:t>Definition</a:t>
            </a:r>
            <a:r>
              <a:rPr lang="en-IN" dirty="0"/>
              <a:t>: A circuit that subtracts one binary number from another.</a:t>
            </a:r>
          </a:p>
          <a:p>
            <a:pPr lvl="0"/>
            <a:r>
              <a:rPr lang="en-IN" b="1" dirty="0"/>
              <a:t>Method</a:t>
            </a:r>
            <a:r>
              <a:rPr lang="en-IN" dirty="0"/>
              <a:t>: Subtraction is performed using </a:t>
            </a:r>
            <a:r>
              <a:rPr lang="en-IN" b="1" dirty="0"/>
              <a:t>two’s complement</a:t>
            </a:r>
            <a:r>
              <a:rPr lang="en-IN" dirty="0"/>
              <a:t>:</a:t>
            </a:r>
          </a:p>
          <a:p>
            <a:pPr lvl="1"/>
            <a:r>
              <a:rPr lang="en-IN" dirty="0"/>
              <a:t>Invert the bits of the subtrahend.</a:t>
            </a:r>
          </a:p>
          <a:p>
            <a:pPr lvl="1"/>
            <a:r>
              <a:rPr lang="en-IN" dirty="0"/>
              <a:t>Add 1 to form two’s complement.</a:t>
            </a:r>
          </a:p>
          <a:p>
            <a:pPr lvl="1"/>
            <a:r>
              <a:rPr lang="en-IN" dirty="0"/>
              <a:t>Add it to the minuend using a binary adder.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3887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CBB90C-2C67-4397-3FED-8EAF53ED4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IN" dirty="0"/>
            </a:br>
            <a:r>
              <a:rPr lang="en-IN" dirty="0"/>
              <a:t>Adder-Subtractor Combined Circuit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61F6D2-7D8D-D619-843B-D82F9F40A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896" y="1677880"/>
            <a:ext cx="10780776" cy="4925000"/>
          </a:xfrm>
        </p:spPr>
        <p:txBody>
          <a:bodyPr/>
          <a:lstStyle/>
          <a:p>
            <a:pPr lvl="0"/>
            <a:endParaRPr lang="en-IN" b="1" dirty="0"/>
          </a:p>
          <a:p>
            <a:pPr lvl="0"/>
            <a:r>
              <a:rPr lang="en-IN" b="1" dirty="0"/>
              <a:t>Control Signal (K)</a:t>
            </a:r>
            <a:r>
              <a:rPr lang="en-IN" dirty="0"/>
              <a:t>:</a:t>
            </a:r>
          </a:p>
          <a:p>
            <a:pPr lvl="1"/>
            <a:r>
              <a:rPr lang="en-IN" b="1" dirty="0"/>
              <a:t>M = 0 → Addition</a:t>
            </a:r>
            <a:endParaRPr lang="en-IN" dirty="0"/>
          </a:p>
          <a:p>
            <a:pPr lvl="1"/>
            <a:r>
              <a:rPr lang="en-IN" b="1" dirty="0"/>
              <a:t>M= 1 → Subtraction</a:t>
            </a:r>
            <a:endParaRPr lang="en-IN" dirty="0"/>
          </a:p>
          <a:p>
            <a:pPr lvl="0"/>
            <a:r>
              <a:rPr lang="en-IN" b="1" dirty="0"/>
              <a:t>Working</a:t>
            </a:r>
            <a:r>
              <a:rPr lang="en-IN" dirty="0"/>
              <a:t>:</a:t>
            </a:r>
          </a:p>
          <a:p>
            <a:pPr lvl="1"/>
            <a:r>
              <a:rPr lang="en-IN" dirty="0"/>
              <a:t>Each bit of operand B is XOR with </a:t>
            </a:r>
            <a:r>
              <a:rPr lang="en-IN" sz="3200" dirty="0"/>
              <a:t>M</a:t>
            </a:r>
            <a:r>
              <a:rPr lang="en-IN" dirty="0"/>
              <a:t>.</a:t>
            </a:r>
          </a:p>
          <a:p>
            <a:pPr lvl="1"/>
            <a:r>
              <a:rPr lang="en-IN" dirty="0"/>
              <a:t>Carry-in of the least significant full adder is set to </a:t>
            </a:r>
            <a:r>
              <a:rPr lang="en-IN" sz="3200" dirty="0"/>
              <a:t>M</a:t>
            </a:r>
            <a:r>
              <a:rPr lang="en-IN" dirty="0"/>
              <a:t>.</a:t>
            </a:r>
          </a:p>
          <a:p>
            <a:pPr lvl="1"/>
            <a:r>
              <a:rPr lang="en-IN" dirty="0"/>
              <a:t>This ensures addition when K=0 and subtraction when M</a:t>
            </a:r>
            <a:r>
              <a:rPr lang="en-IN" sz="2000" dirty="0"/>
              <a:t>=1</a:t>
            </a:r>
            <a:r>
              <a:rPr lang="en-IN" dirty="0"/>
              <a:t>.</a:t>
            </a:r>
          </a:p>
          <a:p>
            <a:pPr lvl="0"/>
            <a:r>
              <a:rPr lang="en-IN" b="1" dirty="0"/>
              <a:t>Outputs</a:t>
            </a:r>
            <a:r>
              <a:rPr lang="en-IN" dirty="0"/>
              <a:t>:</a:t>
            </a:r>
          </a:p>
          <a:p>
            <a:pPr lvl="1"/>
            <a:r>
              <a:rPr lang="en-IN" b="1" dirty="0"/>
              <a:t>Sum/Difference bits</a:t>
            </a:r>
            <a:endParaRPr lang="en-IN" dirty="0"/>
          </a:p>
          <a:p>
            <a:pPr lvl="1"/>
            <a:r>
              <a:rPr lang="en-IN" b="1" dirty="0"/>
              <a:t>Carry/Borrow bits</a:t>
            </a:r>
            <a:endParaRPr lang="en-IN" dirty="0"/>
          </a:p>
          <a:p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BC4C56-E602-4C11-4B6C-F12FAC6F2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986" y="1690685"/>
            <a:ext cx="5978013" cy="4387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8368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79FFC-B539-FF3D-D4B8-5883468A2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IN" dirty="0"/>
            </a:br>
            <a:r>
              <a:rPr lang="en-IN" dirty="0">
                <a:latin typeface="Arial Rounded MT Bold" panose="020F0704030504030204" pitchFamily="34" charset="0"/>
              </a:rPr>
              <a:t>Example</a:t>
            </a:r>
            <a:r>
              <a:rPr lang="en-IN" dirty="0"/>
              <a:t>: 4-bit Adder-Subtractor</a:t>
            </a:r>
            <a:br>
              <a:rPr lang="en-IN" dirty="0"/>
            </a:b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C41E5A-F3C4-78F7-5216-C0C23EA3BC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endParaRPr lang="en-IN" dirty="0"/>
              </a:p>
              <a:p>
                <a:pPr lvl="0"/>
                <a:endParaRPr lang="en-IN" dirty="0"/>
              </a:p>
              <a:p>
                <a:pPr lvl="0"/>
                <a:endParaRPr lang="en-IN" dirty="0"/>
              </a:p>
              <a:p>
                <a:pPr lvl="0"/>
                <a:r>
                  <a:rPr lang="en-IN" dirty="0"/>
                  <a:t>*</a:t>
                </a:r>
                <a:r>
                  <a:rPr lang="en-IN" sz="2000" b="1" dirty="0"/>
                  <a:t>Inputs</a:t>
                </a:r>
                <a:r>
                  <a:rPr lang="en-IN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IN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IN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IN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IN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IN" dirty="0">
                    <a:effectLst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IN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IN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IN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IN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IN" dirty="0"/>
              </a:p>
              <a:p>
                <a:pPr lvl="0"/>
                <a:r>
                  <a:rPr lang="en-IN" dirty="0">
                    <a:effectLst/>
                  </a:rPr>
                  <a:t>*</a:t>
                </a:r>
                <a:r>
                  <a:rPr lang="en-IN" b="1" dirty="0">
                    <a:effectLst/>
                  </a:rPr>
                  <a:t>Circuit</a:t>
                </a:r>
                <a:r>
                  <a:rPr lang="en-IN" dirty="0">
                    <a:effectLst/>
                  </a:rPr>
                  <a:t>: 4 full adders connected in ripple-carry fashion.</a:t>
                </a:r>
                <a:endParaRPr lang="en-IN" dirty="0"/>
              </a:p>
              <a:p>
                <a:pPr lvl="0"/>
                <a:r>
                  <a:rPr lang="en-IN" dirty="0">
                    <a:effectLst/>
                  </a:rPr>
                  <a:t>*Control line decides whether the operation is addition or subtraction.</a:t>
                </a:r>
                <a:endParaRPr lang="en-IN" dirty="0"/>
              </a:p>
              <a:p>
                <a:pPr lvl="0"/>
                <a:r>
                  <a:rPr lang="en-IN" dirty="0">
                    <a:effectLst/>
                  </a:rPr>
                  <a:t>*Used in ALUs for arithmetic operations.</a:t>
                </a:r>
                <a:endParaRPr lang="en-IN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C41E5A-F3C4-78F7-5216-C0C23EA3BC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5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9910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39961-264D-1468-6813-2DDC0A947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618" y="128016"/>
            <a:ext cx="10741152" cy="1132258"/>
          </a:xfrm>
        </p:spPr>
        <p:txBody>
          <a:bodyPr/>
          <a:lstStyle/>
          <a:p>
            <a:r>
              <a:rPr lang="en-US" dirty="0"/>
              <a:t>4 BIT ADDER-SUBTRACTOR</a:t>
            </a: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621FC1D-41F6-BD60-BE23-EC5C571B39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8226" y="1658938"/>
            <a:ext cx="9447936" cy="492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8133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6D38D-33B5-B723-0767-E5A119CF8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Truth Table for 4-Bit Adder–Subtractor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605208-F3ED-888F-21E6-E275E2950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178" y="1498018"/>
            <a:ext cx="4818161" cy="4607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413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8F6486-4DDD-FE77-4F9D-0BC8B701FA1A}"/>
              </a:ext>
            </a:extLst>
          </p:cNvPr>
          <p:cNvSpPr txBox="1"/>
          <p:nvPr/>
        </p:nvSpPr>
        <p:spPr>
          <a:xfrm>
            <a:off x="1573159" y="2767280"/>
            <a:ext cx="937014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https://github.com/srivishwachaitanya/-KLH-FED-2026-Section-No-14--Batch-no-16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92657-203C-6CAE-D42D-57D1B5C183A1}"/>
              </a:ext>
            </a:extLst>
          </p:cNvPr>
          <p:cNvSpPr txBox="1"/>
          <p:nvPr/>
        </p:nvSpPr>
        <p:spPr>
          <a:xfrm>
            <a:off x="3441587" y="1582993"/>
            <a:ext cx="53088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latin typeface="Felix Titling (Headings)"/>
              </a:rPr>
              <a:t>GITHUB REPOSITORY</a:t>
            </a:r>
            <a:endParaRPr lang="en-IN" sz="4000" b="1" dirty="0">
              <a:latin typeface="Felix Titling (Headings)"/>
            </a:endParaRPr>
          </a:p>
        </p:txBody>
      </p:sp>
    </p:spTree>
    <p:extLst>
      <p:ext uri="{BB962C8B-B14F-4D97-AF65-F5344CB8AC3E}">
        <p14:creationId xmlns:p14="http://schemas.microsoft.com/office/powerpoint/2010/main" val="2267913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47DD16-5BEE-F7DB-99B0-41C902DD8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832" y="928362"/>
            <a:ext cx="9546336" cy="3675885"/>
          </a:xfrm>
        </p:spPr>
        <p:txBody>
          <a:bodyPr/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          </a:t>
            </a:r>
            <a:r>
              <a:rPr lang="en-US" b="1" dirty="0"/>
              <a:t>THANK YOU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602849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rchway">
  <a:themeElements>
    <a:clrScheme name="Archway">
      <a:dk1>
        <a:sysClr val="windowText" lastClr="000000"/>
      </a:dk1>
      <a:lt1>
        <a:sysClr val="window" lastClr="FFFFFF"/>
      </a:lt1>
      <a:dk2>
        <a:srgbClr val="424C4E"/>
      </a:dk2>
      <a:lt2>
        <a:srgbClr val="EDE9E7"/>
      </a:lt2>
      <a:accent1>
        <a:srgbClr val="9FA597"/>
      </a:accent1>
      <a:accent2>
        <a:srgbClr val="AEA67E"/>
      </a:accent2>
      <a:accent3>
        <a:srgbClr val="957D71"/>
      </a:accent3>
      <a:accent4>
        <a:srgbClr val="C88769"/>
      </a:accent4>
      <a:accent5>
        <a:srgbClr val="97A4AA"/>
      </a:accent5>
      <a:accent6>
        <a:srgbClr val="9FA4A5"/>
      </a:accent6>
      <a:hlink>
        <a:srgbClr val="8C9484"/>
      </a:hlink>
      <a:folHlink>
        <a:srgbClr val="C17957"/>
      </a:folHlink>
    </a:clrScheme>
    <a:fontScheme name="Archway">
      <a:majorFont>
        <a:latin typeface="Felix Titling"/>
        <a:ea typeface=""/>
        <a:cs typeface=""/>
      </a:majorFont>
      <a:minorFont>
        <a:latin typeface="Goudy Old Sty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way" id="{CCBE687C-D9F1-4254-B066-5079611C2397}" vid="{9D57D580-D4A7-454F-BF49-8DDDB4A818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Archway</Template>
  <TotalTime>101</TotalTime>
  <Words>353</Words>
  <Application>Microsoft Office PowerPoint</Application>
  <PresentationFormat>Widescreen</PresentationFormat>
  <Paragraphs>51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Arial Rounded MT Bold</vt:lpstr>
      <vt:lpstr>Cambria Math</vt:lpstr>
      <vt:lpstr>Felix Titling</vt:lpstr>
      <vt:lpstr>Felix Titling (Headings)</vt:lpstr>
      <vt:lpstr>Goudy Old Style</vt:lpstr>
      <vt:lpstr>Archway</vt:lpstr>
      <vt:lpstr>DIGITAL DESIGN AND COMPUTER ARCHITECTURE</vt:lpstr>
      <vt:lpstr>DESIGN AND SIMULATION OF A MULTI-BIT BINARY ADDER AND SUBTRACTOR</vt:lpstr>
      <vt:lpstr> ADDER AND SUBTRACTOR</vt:lpstr>
      <vt:lpstr> Adder-Subtractor Combined Circuit</vt:lpstr>
      <vt:lpstr> Example: 4-bit Adder-Subtractor </vt:lpstr>
      <vt:lpstr>4 BIT ADDER-SUBTRACTOR</vt:lpstr>
      <vt:lpstr>Truth Table for 4-Bit Adder–Subtractor</vt:lpstr>
      <vt:lpstr>PowerPoint Presentation</vt:lpstr>
      <vt:lpstr>           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Nikhil Srivatsa</dc:creator>
  <cp:lastModifiedBy>Sri Vishwa Chaitanya .</cp:lastModifiedBy>
  <cp:revision>4</cp:revision>
  <dcterms:created xsi:type="dcterms:W3CDTF">2026-10-08T08:30:16Z</dcterms:created>
  <dcterms:modified xsi:type="dcterms:W3CDTF">2026-10-15T03:24:25Z</dcterms:modified>
</cp:coreProperties>
</file>